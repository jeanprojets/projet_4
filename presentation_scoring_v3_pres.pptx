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1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app0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package/2006/relationships/metadata/extended-properties" Target="docProps/app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0" r:id="rId1"/>
  </p:sldMasterIdLst>
  <p:notesMasterIdLst>
    <p:notesMasterId r:id="rId5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96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97" r:id="rId26"/>
    <p:sldId id="298" r:id="rId27"/>
    <p:sldId id="299" r:id="rId28"/>
    <p:sldId id="300" r:id="rId29"/>
    <p:sldId id="301" r:id="rId30"/>
    <p:sldId id="302" r:id="rId31"/>
    <p:sldId id="279" r:id="rId32"/>
    <p:sldId id="280" r:id="rId33"/>
    <p:sldId id="281" r:id="rId34"/>
    <p:sldId id="282" r:id="rId35"/>
    <p:sldId id="283" r:id="rId36"/>
    <p:sldId id="284" r:id="rId37"/>
    <p:sldId id="285" r:id="rId38"/>
    <p:sldId id="286" r:id="rId39"/>
    <p:sldId id="287" r:id="rId40"/>
    <p:sldId id="288" r:id="rId41"/>
    <p:sldId id="303" r:id="rId42"/>
    <p:sldId id="305" r:id="rId43"/>
    <p:sldId id="307" r:id="rId44"/>
    <p:sldId id="289" r:id="rId45"/>
    <p:sldId id="290" r:id="rId46"/>
    <p:sldId id="291" r:id="rId47"/>
    <p:sldId id="292" r:id="rId48"/>
    <p:sldId id="293" r:id="rId49"/>
    <p:sldId id="294" r:id="rId50"/>
    <p:sldId id="295" r:id="rId51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749" autoAdjust="0"/>
    <p:restoredTop sz="94652" autoAdjust="0"/>
  </p:normalViewPr>
  <p:slideViewPr>
    <p:cSldViewPr snapToGrid="0" snapToObjects="1">
      <p:cViewPr varScale="1">
        <p:scale>
          <a:sx n="156" d="100"/>
          <a:sy n="156" d="100"/>
        </p:scale>
        <p:origin x="192" y="2152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4" Type="http://schemas.openxmlformats.org/officeDocument/2006/relationships/image" Target="../media/image7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svg"/><Relationship Id="rId1" Type="http://schemas.openxmlformats.org/officeDocument/2006/relationships/image" Target="../media/image4.png"/><Relationship Id="rId4" Type="http://schemas.openxmlformats.org/officeDocument/2006/relationships/image" Target="../media/image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9DC879C-72DB-4587-8BF0-32EF36AB2935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C502F92A-1244-45CA-9DB9-0452D573D5DA}">
      <dgm:prSet/>
      <dgm:spPr/>
      <dgm:t>
        <a:bodyPr/>
        <a:lstStyle/>
        <a:p>
          <a:r>
            <a:rPr lang="en-US" b="1"/>
            <a:t>Entreprise : “Prêt à dépenser”</a:t>
          </a:r>
          <a:endParaRPr lang="en-US"/>
        </a:p>
      </dgm:t>
    </dgm:pt>
    <dgm:pt modelId="{643CB8DE-35ED-4951-92F6-6957584B5F44}" type="parTrans" cxnId="{2F95988C-EF73-4309-A970-A1224D64A0BA}">
      <dgm:prSet/>
      <dgm:spPr/>
      <dgm:t>
        <a:bodyPr/>
        <a:lstStyle/>
        <a:p>
          <a:endParaRPr lang="en-US"/>
        </a:p>
      </dgm:t>
    </dgm:pt>
    <dgm:pt modelId="{FC472C6F-96B0-415F-8760-1618EEE60D57}" type="sibTrans" cxnId="{2F95988C-EF73-4309-A970-A1224D64A0BA}">
      <dgm:prSet/>
      <dgm:spPr/>
      <dgm:t>
        <a:bodyPr/>
        <a:lstStyle/>
        <a:p>
          <a:endParaRPr lang="en-US"/>
        </a:p>
      </dgm:t>
    </dgm:pt>
    <dgm:pt modelId="{76F5BB8F-81F1-4CE5-A066-078D3AD4358B}">
      <dgm:prSet/>
      <dgm:spPr/>
      <dgm:t>
        <a:bodyPr/>
        <a:lstStyle/>
        <a:p>
          <a:r>
            <a:rPr lang="en-US"/>
            <a:t>Crédits à la consommation</a:t>
          </a:r>
        </a:p>
      </dgm:t>
    </dgm:pt>
    <dgm:pt modelId="{2A539E8B-90F6-4342-AF0B-5A49DE59BC3E}" type="parTrans" cxnId="{EF7CA5D5-90B5-47DA-9451-FD483A1EFDD3}">
      <dgm:prSet/>
      <dgm:spPr/>
      <dgm:t>
        <a:bodyPr/>
        <a:lstStyle/>
        <a:p>
          <a:endParaRPr lang="en-US"/>
        </a:p>
      </dgm:t>
    </dgm:pt>
    <dgm:pt modelId="{80BACB56-EF21-44C9-94A1-143C3A604F2C}" type="sibTrans" cxnId="{EF7CA5D5-90B5-47DA-9451-FD483A1EFDD3}">
      <dgm:prSet/>
      <dgm:spPr/>
      <dgm:t>
        <a:bodyPr/>
        <a:lstStyle/>
        <a:p>
          <a:endParaRPr lang="en-US"/>
        </a:p>
      </dgm:t>
    </dgm:pt>
    <dgm:pt modelId="{C47B3B8F-2475-4EA8-B3E4-BE740C4F6A99}">
      <dgm:prSet/>
      <dgm:spPr/>
      <dgm:t>
        <a:bodyPr/>
        <a:lstStyle/>
        <a:p>
          <a:r>
            <a:rPr lang="en-US"/>
            <a:t>Clientèle : peu ou pas d’historique de prêt</a:t>
          </a:r>
        </a:p>
      </dgm:t>
    </dgm:pt>
    <dgm:pt modelId="{4693AAD8-33B1-4D11-BD37-451CD346F761}" type="parTrans" cxnId="{E81D7187-923D-4341-A803-987BD9026D0F}">
      <dgm:prSet/>
      <dgm:spPr/>
      <dgm:t>
        <a:bodyPr/>
        <a:lstStyle/>
        <a:p>
          <a:endParaRPr lang="en-US"/>
        </a:p>
      </dgm:t>
    </dgm:pt>
    <dgm:pt modelId="{B9A901A7-0507-4B85-93F6-556954F8F018}" type="sibTrans" cxnId="{E81D7187-923D-4341-A803-987BD9026D0F}">
      <dgm:prSet/>
      <dgm:spPr/>
      <dgm:t>
        <a:bodyPr/>
        <a:lstStyle/>
        <a:p>
          <a:endParaRPr lang="en-US"/>
        </a:p>
      </dgm:t>
    </dgm:pt>
    <dgm:pt modelId="{A72510D7-93CD-45C7-84FD-A8F2165B494F}">
      <dgm:prSet/>
      <dgm:spPr/>
      <dgm:t>
        <a:bodyPr/>
        <a:lstStyle/>
        <a:p>
          <a:r>
            <a:rPr lang="en-US" b="1"/>
            <a:t>Besoin</a:t>
          </a:r>
          <a:endParaRPr lang="en-US"/>
        </a:p>
      </dgm:t>
    </dgm:pt>
    <dgm:pt modelId="{F586FF20-EFD5-4CB3-9D87-D03A04F959C7}" type="parTrans" cxnId="{41523B09-60A5-4DBA-A780-831FDF6E7DB8}">
      <dgm:prSet/>
      <dgm:spPr/>
      <dgm:t>
        <a:bodyPr/>
        <a:lstStyle/>
        <a:p>
          <a:endParaRPr lang="en-US"/>
        </a:p>
      </dgm:t>
    </dgm:pt>
    <dgm:pt modelId="{6DEF3B6F-F413-4429-B0B7-62B18F7472EA}" type="sibTrans" cxnId="{41523B09-60A5-4DBA-A780-831FDF6E7DB8}">
      <dgm:prSet/>
      <dgm:spPr/>
      <dgm:t>
        <a:bodyPr/>
        <a:lstStyle/>
        <a:p>
          <a:endParaRPr lang="en-US"/>
        </a:p>
      </dgm:t>
    </dgm:pt>
    <dgm:pt modelId="{29C4F252-9E8B-4CAC-A6C5-69FA905F0A98}">
      <dgm:prSet/>
      <dgm:spPr/>
      <dgm:t>
        <a:bodyPr/>
        <a:lstStyle/>
        <a:p>
          <a:r>
            <a:rPr lang="en-US"/>
            <a:t>Outil de </a:t>
          </a:r>
          <a:r>
            <a:rPr lang="en-US" b="1"/>
            <a:t>scoring crédit</a:t>
          </a:r>
          <a:endParaRPr lang="en-US"/>
        </a:p>
      </dgm:t>
    </dgm:pt>
    <dgm:pt modelId="{0895ECC8-FC6C-407D-BA86-C34B667DDCBA}" type="parTrans" cxnId="{806F2B87-7BA9-4948-95DB-F7F380040D34}">
      <dgm:prSet/>
      <dgm:spPr/>
      <dgm:t>
        <a:bodyPr/>
        <a:lstStyle/>
        <a:p>
          <a:endParaRPr lang="en-US"/>
        </a:p>
      </dgm:t>
    </dgm:pt>
    <dgm:pt modelId="{80E4357E-B7ED-4126-9820-1C95A686BC00}" type="sibTrans" cxnId="{806F2B87-7BA9-4948-95DB-F7F380040D34}">
      <dgm:prSet/>
      <dgm:spPr/>
      <dgm:t>
        <a:bodyPr/>
        <a:lstStyle/>
        <a:p>
          <a:endParaRPr lang="en-US"/>
        </a:p>
      </dgm:t>
    </dgm:pt>
    <dgm:pt modelId="{81233A23-7755-4DAC-84C6-00717DE9F279}">
      <dgm:prSet/>
      <dgm:spPr/>
      <dgm:t>
        <a:bodyPr/>
        <a:lstStyle/>
        <a:p>
          <a:r>
            <a:rPr lang="en-US"/>
            <a:t>Probabilité de remboursement</a:t>
          </a:r>
        </a:p>
      </dgm:t>
    </dgm:pt>
    <dgm:pt modelId="{FA8D9B6A-CE99-42A8-B877-ABC9DF15D526}" type="parTrans" cxnId="{C2D3C205-8498-424F-8014-AE070FC85B2B}">
      <dgm:prSet/>
      <dgm:spPr/>
      <dgm:t>
        <a:bodyPr/>
        <a:lstStyle/>
        <a:p>
          <a:endParaRPr lang="en-US"/>
        </a:p>
      </dgm:t>
    </dgm:pt>
    <dgm:pt modelId="{095E9C38-2765-42FF-9062-45395503C793}" type="sibTrans" cxnId="{C2D3C205-8498-424F-8014-AE070FC85B2B}">
      <dgm:prSet/>
      <dgm:spPr/>
      <dgm:t>
        <a:bodyPr/>
        <a:lstStyle/>
        <a:p>
          <a:endParaRPr lang="en-US"/>
        </a:p>
      </dgm:t>
    </dgm:pt>
    <dgm:pt modelId="{26394B3F-EAA3-4F93-9A8E-301F407E2A58}">
      <dgm:prSet/>
      <dgm:spPr/>
      <dgm:t>
        <a:bodyPr/>
        <a:lstStyle/>
        <a:p>
          <a:r>
            <a:rPr lang="en-US"/>
            <a:t>Aide à la décision : accord/refus</a:t>
          </a:r>
        </a:p>
      </dgm:t>
    </dgm:pt>
    <dgm:pt modelId="{CC747C88-2ADD-4A90-9A48-D4147D195EB3}" type="parTrans" cxnId="{7D32F539-45D0-4BB4-B4DF-56E753A2D19E}">
      <dgm:prSet/>
      <dgm:spPr/>
      <dgm:t>
        <a:bodyPr/>
        <a:lstStyle/>
        <a:p>
          <a:endParaRPr lang="en-US"/>
        </a:p>
      </dgm:t>
    </dgm:pt>
    <dgm:pt modelId="{B7D41F9F-9534-4914-9C76-579D117867B7}" type="sibTrans" cxnId="{7D32F539-45D0-4BB4-B4DF-56E753A2D19E}">
      <dgm:prSet/>
      <dgm:spPr/>
      <dgm:t>
        <a:bodyPr/>
        <a:lstStyle/>
        <a:p>
          <a:endParaRPr lang="en-US"/>
        </a:p>
      </dgm:t>
    </dgm:pt>
    <dgm:pt modelId="{898319CD-4195-42E5-A257-1D399E8FF077}">
      <dgm:prSet/>
      <dgm:spPr/>
      <dgm:t>
        <a:bodyPr/>
        <a:lstStyle/>
        <a:p>
          <a:r>
            <a:rPr lang="en-US" b="1"/>
            <a:t>Utilisateurs</a:t>
          </a:r>
          <a:endParaRPr lang="en-US"/>
        </a:p>
      </dgm:t>
    </dgm:pt>
    <dgm:pt modelId="{7A25C435-D4D7-45E8-A7B3-E9A8026757ED}" type="parTrans" cxnId="{D5495CDA-B46E-4CE1-A40F-9343939F4D09}">
      <dgm:prSet/>
      <dgm:spPr/>
      <dgm:t>
        <a:bodyPr/>
        <a:lstStyle/>
        <a:p>
          <a:endParaRPr lang="en-US"/>
        </a:p>
      </dgm:t>
    </dgm:pt>
    <dgm:pt modelId="{E692C7D4-0188-44B3-964E-21A9B4DAD1CD}" type="sibTrans" cxnId="{D5495CDA-B46E-4CE1-A40F-9343939F4D09}">
      <dgm:prSet/>
      <dgm:spPr/>
      <dgm:t>
        <a:bodyPr/>
        <a:lstStyle/>
        <a:p>
          <a:endParaRPr lang="en-US"/>
        </a:p>
      </dgm:t>
    </dgm:pt>
    <dgm:pt modelId="{C3331AF8-02CD-49FE-81CD-6CA719A9C6DC}">
      <dgm:prSet/>
      <dgm:spPr/>
      <dgm:t>
        <a:bodyPr/>
        <a:lstStyle/>
        <a:p>
          <a:r>
            <a:rPr lang="en-US"/>
            <a:t>Chargés de relation client</a:t>
          </a:r>
        </a:p>
      </dgm:t>
    </dgm:pt>
    <dgm:pt modelId="{2403D141-9EF7-4674-B87C-0D1E30B2DC79}" type="parTrans" cxnId="{35A2F908-3070-4B9C-9D9A-5B38C5CDC2F9}">
      <dgm:prSet/>
      <dgm:spPr/>
      <dgm:t>
        <a:bodyPr/>
        <a:lstStyle/>
        <a:p>
          <a:endParaRPr lang="en-US"/>
        </a:p>
      </dgm:t>
    </dgm:pt>
    <dgm:pt modelId="{44C0C2C6-0B8C-4B48-AFEE-0672D68D134D}" type="sibTrans" cxnId="{35A2F908-3070-4B9C-9D9A-5B38C5CDC2F9}">
      <dgm:prSet/>
      <dgm:spPr/>
      <dgm:t>
        <a:bodyPr/>
        <a:lstStyle/>
        <a:p>
          <a:endParaRPr lang="en-US"/>
        </a:p>
      </dgm:t>
    </dgm:pt>
    <dgm:pt modelId="{5A1DB53E-B670-4A2A-8B39-0FCC08AE210D}">
      <dgm:prSet/>
      <dgm:spPr/>
      <dgm:t>
        <a:bodyPr/>
        <a:lstStyle/>
        <a:p>
          <a:r>
            <a:rPr lang="en-US"/>
            <a:t>Besoin d’</a:t>
          </a:r>
          <a:r>
            <a:rPr lang="en-US" b="1"/>
            <a:t>interprétabilité</a:t>
          </a:r>
          <a:endParaRPr lang="en-US"/>
        </a:p>
      </dgm:t>
    </dgm:pt>
    <dgm:pt modelId="{B8FA3F52-35BA-41EF-BB7B-D52109910FE7}" type="parTrans" cxnId="{DBB36B6F-3B56-47CA-A2EA-6E83E5423DB8}">
      <dgm:prSet/>
      <dgm:spPr/>
      <dgm:t>
        <a:bodyPr/>
        <a:lstStyle/>
        <a:p>
          <a:endParaRPr lang="en-US"/>
        </a:p>
      </dgm:t>
    </dgm:pt>
    <dgm:pt modelId="{F1C779F4-A85E-43FD-A1DF-8E23745ACC3E}" type="sibTrans" cxnId="{DBB36B6F-3B56-47CA-A2EA-6E83E5423DB8}">
      <dgm:prSet/>
      <dgm:spPr/>
      <dgm:t>
        <a:bodyPr/>
        <a:lstStyle/>
        <a:p>
          <a:endParaRPr lang="en-US"/>
        </a:p>
      </dgm:t>
    </dgm:pt>
    <dgm:pt modelId="{1092B3E5-D5F3-8C49-A78D-003EEBDE087A}" type="pres">
      <dgm:prSet presAssocID="{19DC879C-72DB-4587-8BF0-32EF36AB2935}" presName="Name0" presStyleCnt="0">
        <dgm:presLayoutVars>
          <dgm:dir/>
          <dgm:animLvl val="lvl"/>
          <dgm:resizeHandles val="exact"/>
        </dgm:presLayoutVars>
      </dgm:prSet>
      <dgm:spPr/>
    </dgm:pt>
    <dgm:pt modelId="{C578416D-E228-4040-90E6-7C6C4078F357}" type="pres">
      <dgm:prSet presAssocID="{C502F92A-1244-45CA-9DB9-0452D573D5DA}" presName="linNode" presStyleCnt="0"/>
      <dgm:spPr/>
    </dgm:pt>
    <dgm:pt modelId="{FF40E0A5-E3BA-0B41-8889-CC755DF45DFD}" type="pres">
      <dgm:prSet presAssocID="{C502F92A-1244-45CA-9DB9-0452D573D5DA}" presName="parentText" presStyleLbl="node1" presStyleIdx="0" presStyleCnt="3">
        <dgm:presLayoutVars>
          <dgm:chMax val="1"/>
          <dgm:bulletEnabled val="1"/>
        </dgm:presLayoutVars>
      </dgm:prSet>
      <dgm:spPr/>
    </dgm:pt>
    <dgm:pt modelId="{71E3AC5C-30EC-874B-B454-E97265CE1604}" type="pres">
      <dgm:prSet presAssocID="{C502F92A-1244-45CA-9DB9-0452D573D5DA}" presName="descendantText" presStyleLbl="alignAccFollowNode1" presStyleIdx="0" presStyleCnt="3">
        <dgm:presLayoutVars>
          <dgm:bulletEnabled val="1"/>
        </dgm:presLayoutVars>
      </dgm:prSet>
      <dgm:spPr/>
    </dgm:pt>
    <dgm:pt modelId="{229FFDD4-DE8A-5349-B575-8C692B56E18F}" type="pres">
      <dgm:prSet presAssocID="{FC472C6F-96B0-415F-8760-1618EEE60D57}" presName="sp" presStyleCnt="0"/>
      <dgm:spPr/>
    </dgm:pt>
    <dgm:pt modelId="{1E43CA1D-E7A6-6540-AFB8-D15452828D7D}" type="pres">
      <dgm:prSet presAssocID="{A72510D7-93CD-45C7-84FD-A8F2165B494F}" presName="linNode" presStyleCnt="0"/>
      <dgm:spPr/>
    </dgm:pt>
    <dgm:pt modelId="{A0CEA85B-F182-394E-8E8E-F93D5EC1F45B}" type="pres">
      <dgm:prSet presAssocID="{A72510D7-93CD-45C7-84FD-A8F2165B494F}" presName="parentText" presStyleLbl="node1" presStyleIdx="1" presStyleCnt="3">
        <dgm:presLayoutVars>
          <dgm:chMax val="1"/>
          <dgm:bulletEnabled val="1"/>
        </dgm:presLayoutVars>
      </dgm:prSet>
      <dgm:spPr/>
    </dgm:pt>
    <dgm:pt modelId="{BA8E4402-1CD3-C140-96E1-FD15618D13D7}" type="pres">
      <dgm:prSet presAssocID="{A72510D7-93CD-45C7-84FD-A8F2165B494F}" presName="descendantText" presStyleLbl="alignAccFollowNode1" presStyleIdx="1" presStyleCnt="3">
        <dgm:presLayoutVars>
          <dgm:bulletEnabled val="1"/>
        </dgm:presLayoutVars>
      </dgm:prSet>
      <dgm:spPr/>
    </dgm:pt>
    <dgm:pt modelId="{234175AF-38EE-D64B-9990-F01113208F9A}" type="pres">
      <dgm:prSet presAssocID="{6DEF3B6F-F413-4429-B0B7-62B18F7472EA}" presName="sp" presStyleCnt="0"/>
      <dgm:spPr/>
    </dgm:pt>
    <dgm:pt modelId="{1C392CD1-FAB1-7B4B-B8FC-4D2C05C456F4}" type="pres">
      <dgm:prSet presAssocID="{898319CD-4195-42E5-A257-1D399E8FF077}" presName="linNode" presStyleCnt="0"/>
      <dgm:spPr/>
    </dgm:pt>
    <dgm:pt modelId="{B98AF60E-032C-614D-8AA0-566824DB4EBC}" type="pres">
      <dgm:prSet presAssocID="{898319CD-4195-42E5-A257-1D399E8FF077}" presName="parentText" presStyleLbl="node1" presStyleIdx="2" presStyleCnt="3">
        <dgm:presLayoutVars>
          <dgm:chMax val="1"/>
          <dgm:bulletEnabled val="1"/>
        </dgm:presLayoutVars>
      </dgm:prSet>
      <dgm:spPr/>
    </dgm:pt>
    <dgm:pt modelId="{58A73E04-E166-844B-91A2-8D69E1EB00D1}" type="pres">
      <dgm:prSet presAssocID="{898319CD-4195-42E5-A257-1D399E8FF077}" presName="descendantText" presStyleLbl="alignAccFollowNode1" presStyleIdx="2" presStyleCnt="3">
        <dgm:presLayoutVars>
          <dgm:bulletEnabled val="1"/>
        </dgm:presLayoutVars>
      </dgm:prSet>
      <dgm:spPr/>
    </dgm:pt>
  </dgm:ptLst>
  <dgm:cxnLst>
    <dgm:cxn modelId="{C2D3C205-8498-424F-8014-AE070FC85B2B}" srcId="{A72510D7-93CD-45C7-84FD-A8F2165B494F}" destId="{81233A23-7755-4DAC-84C6-00717DE9F279}" srcOrd="1" destOrd="0" parTransId="{FA8D9B6A-CE99-42A8-B877-ABC9DF15D526}" sibTransId="{095E9C38-2765-42FF-9062-45395503C793}"/>
    <dgm:cxn modelId="{35A2F908-3070-4B9C-9D9A-5B38C5CDC2F9}" srcId="{898319CD-4195-42E5-A257-1D399E8FF077}" destId="{C3331AF8-02CD-49FE-81CD-6CA719A9C6DC}" srcOrd="0" destOrd="0" parTransId="{2403D141-9EF7-4674-B87C-0D1E30B2DC79}" sibTransId="{44C0C2C6-0B8C-4B48-AFEE-0672D68D134D}"/>
    <dgm:cxn modelId="{41523B09-60A5-4DBA-A780-831FDF6E7DB8}" srcId="{19DC879C-72DB-4587-8BF0-32EF36AB2935}" destId="{A72510D7-93CD-45C7-84FD-A8F2165B494F}" srcOrd="1" destOrd="0" parTransId="{F586FF20-EFD5-4CB3-9D87-D03A04F959C7}" sibTransId="{6DEF3B6F-F413-4429-B0B7-62B18F7472EA}"/>
    <dgm:cxn modelId="{53379B22-3417-8144-819D-A7E88759CDC2}" type="presOf" srcId="{26394B3F-EAA3-4F93-9A8E-301F407E2A58}" destId="{BA8E4402-1CD3-C140-96E1-FD15618D13D7}" srcOrd="0" destOrd="2" presId="urn:microsoft.com/office/officeart/2005/8/layout/vList5"/>
    <dgm:cxn modelId="{7D32F539-45D0-4BB4-B4DF-56E753A2D19E}" srcId="{A72510D7-93CD-45C7-84FD-A8F2165B494F}" destId="{26394B3F-EAA3-4F93-9A8E-301F407E2A58}" srcOrd="2" destOrd="0" parTransId="{CC747C88-2ADD-4A90-9A48-D4147D195EB3}" sibTransId="{B7D41F9F-9534-4914-9C76-579D117867B7}"/>
    <dgm:cxn modelId="{9367F93D-2C26-DA4D-BE56-6818D465FF0D}" type="presOf" srcId="{C47B3B8F-2475-4EA8-B3E4-BE740C4F6A99}" destId="{71E3AC5C-30EC-874B-B454-E97265CE1604}" srcOrd="0" destOrd="1" presId="urn:microsoft.com/office/officeart/2005/8/layout/vList5"/>
    <dgm:cxn modelId="{26116457-B291-2146-A4A5-F92E635EEDAF}" type="presOf" srcId="{C502F92A-1244-45CA-9DB9-0452D573D5DA}" destId="{FF40E0A5-E3BA-0B41-8889-CC755DF45DFD}" srcOrd="0" destOrd="0" presId="urn:microsoft.com/office/officeart/2005/8/layout/vList5"/>
    <dgm:cxn modelId="{850C0259-0DF4-0149-B307-49821F20A21E}" type="presOf" srcId="{19DC879C-72DB-4587-8BF0-32EF36AB2935}" destId="{1092B3E5-D5F3-8C49-A78D-003EEBDE087A}" srcOrd="0" destOrd="0" presId="urn:microsoft.com/office/officeart/2005/8/layout/vList5"/>
    <dgm:cxn modelId="{DBB36B6F-3B56-47CA-A2EA-6E83E5423DB8}" srcId="{898319CD-4195-42E5-A257-1D399E8FF077}" destId="{5A1DB53E-B670-4A2A-8B39-0FCC08AE210D}" srcOrd="1" destOrd="0" parTransId="{B8FA3F52-35BA-41EF-BB7B-D52109910FE7}" sibTransId="{F1C779F4-A85E-43FD-A1DF-8E23745ACC3E}"/>
    <dgm:cxn modelId="{58F3ED6F-80DA-5842-BE37-C41B0A30D28A}" type="presOf" srcId="{898319CD-4195-42E5-A257-1D399E8FF077}" destId="{B98AF60E-032C-614D-8AA0-566824DB4EBC}" srcOrd="0" destOrd="0" presId="urn:microsoft.com/office/officeart/2005/8/layout/vList5"/>
    <dgm:cxn modelId="{7D185973-0A36-884A-80E8-BBECD3CC7F82}" type="presOf" srcId="{76F5BB8F-81F1-4CE5-A066-078D3AD4358B}" destId="{71E3AC5C-30EC-874B-B454-E97265CE1604}" srcOrd="0" destOrd="0" presId="urn:microsoft.com/office/officeart/2005/8/layout/vList5"/>
    <dgm:cxn modelId="{806F2B87-7BA9-4948-95DB-F7F380040D34}" srcId="{A72510D7-93CD-45C7-84FD-A8F2165B494F}" destId="{29C4F252-9E8B-4CAC-A6C5-69FA905F0A98}" srcOrd="0" destOrd="0" parTransId="{0895ECC8-FC6C-407D-BA86-C34B667DDCBA}" sibTransId="{80E4357E-B7ED-4126-9820-1C95A686BC00}"/>
    <dgm:cxn modelId="{E81D7187-923D-4341-A803-987BD9026D0F}" srcId="{C502F92A-1244-45CA-9DB9-0452D573D5DA}" destId="{C47B3B8F-2475-4EA8-B3E4-BE740C4F6A99}" srcOrd="1" destOrd="0" parTransId="{4693AAD8-33B1-4D11-BD37-451CD346F761}" sibTransId="{B9A901A7-0507-4B85-93F6-556954F8F018}"/>
    <dgm:cxn modelId="{2F95988C-EF73-4309-A970-A1224D64A0BA}" srcId="{19DC879C-72DB-4587-8BF0-32EF36AB2935}" destId="{C502F92A-1244-45CA-9DB9-0452D573D5DA}" srcOrd="0" destOrd="0" parTransId="{643CB8DE-35ED-4951-92F6-6957584B5F44}" sibTransId="{FC472C6F-96B0-415F-8760-1618EEE60D57}"/>
    <dgm:cxn modelId="{21B24090-57A4-5946-A1DC-C0705DF5340C}" type="presOf" srcId="{81233A23-7755-4DAC-84C6-00717DE9F279}" destId="{BA8E4402-1CD3-C140-96E1-FD15618D13D7}" srcOrd="0" destOrd="1" presId="urn:microsoft.com/office/officeart/2005/8/layout/vList5"/>
    <dgm:cxn modelId="{8199379B-4DB5-794D-AF49-3C8FF4D8398F}" type="presOf" srcId="{5A1DB53E-B670-4A2A-8B39-0FCC08AE210D}" destId="{58A73E04-E166-844B-91A2-8D69E1EB00D1}" srcOrd="0" destOrd="1" presId="urn:microsoft.com/office/officeart/2005/8/layout/vList5"/>
    <dgm:cxn modelId="{648D5DB0-A619-8A4E-8F83-4029C7FBECC7}" type="presOf" srcId="{C3331AF8-02CD-49FE-81CD-6CA719A9C6DC}" destId="{58A73E04-E166-844B-91A2-8D69E1EB00D1}" srcOrd="0" destOrd="0" presId="urn:microsoft.com/office/officeart/2005/8/layout/vList5"/>
    <dgm:cxn modelId="{31BB6BD4-E2F5-DB41-A223-7F4D7210ADFD}" type="presOf" srcId="{A72510D7-93CD-45C7-84FD-A8F2165B494F}" destId="{A0CEA85B-F182-394E-8E8E-F93D5EC1F45B}" srcOrd="0" destOrd="0" presId="urn:microsoft.com/office/officeart/2005/8/layout/vList5"/>
    <dgm:cxn modelId="{483252D5-B415-3C4E-ACD3-0A0613AF7A15}" type="presOf" srcId="{29C4F252-9E8B-4CAC-A6C5-69FA905F0A98}" destId="{BA8E4402-1CD3-C140-96E1-FD15618D13D7}" srcOrd="0" destOrd="0" presId="urn:microsoft.com/office/officeart/2005/8/layout/vList5"/>
    <dgm:cxn modelId="{EF7CA5D5-90B5-47DA-9451-FD483A1EFDD3}" srcId="{C502F92A-1244-45CA-9DB9-0452D573D5DA}" destId="{76F5BB8F-81F1-4CE5-A066-078D3AD4358B}" srcOrd="0" destOrd="0" parTransId="{2A539E8B-90F6-4342-AF0B-5A49DE59BC3E}" sibTransId="{80BACB56-EF21-44C9-94A1-143C3A604F2C}"/>
    <dgm:cxn modelId="{D5495CDA-B46E-4CE1-A40F-9343939F4D09}" srcId="{19DC879C-72DB-4587-8BF0-32EF36AB2935}" destId="{898319CD-4195-42E5-A257-1D399E8FF077}" srcOrd="2" destOrd="0" parTransId="{7A25C435-D4D7-45E8-A7B3-E9A8026757ED}" sibTransId="{E692C7D4-0188-44B3-964E-21A9B4DAD1CD}"/>
    <dgm:cxn modelId="{9D8A1209-48D0-FA43-A0AC-F51239048126}" type="presParOf" srcId="{1092B3E5-D5F3-8C49-A78D-003EEBDE087A}" destId="{C578416D-E228-4040-90E6-7C6C4078F357}" srcOrd="0" destOrd="0" presId="urn:microsoft.com/office/officeart/2005/8/layout/vList5"/>
    <dgm:cxn modelId="{28C53F59-540C-BE48-B955-F30738EBE0D3}" type="presParOf" srcId="{C578416D-E228-4040-90E6-7C6C4078F357}" destId="{FF40E0A5-E3BA-0B41-8889-CC755DF45DFD}" srcOrd="0" destOrd="0" presId="urn:microsoft.com/office/officeart/2005/8/layout/vList5"/>
    <dgm:cxn modelId="{5BC95FC6-5A7D-B140-B10A-7EB69FEFC61F}" type="presParOf" srcId="{C578416D-E228-4040-90E6-7C6C4078F357}" destId="{71E3AC5C-30EC-874B-B454-E97265CE1604}" srcOrd="1" destOrd="0" presId="urn:microsoft.com/office/officeart/2005/8/layout/vList5"/>
    <dgm:cxn modelId="{988B016B-5FDA-1D48-9193-AACAE4CF158F}" type="presParOf" srcId="{1092B3E5-D5F3-8C49-A78D-003EEBDE087A}" destId="{229FFDD4-DE8A-5349-B575-8C692B56E18F}" srcOrd="1" destOrd="0" presId="urn:microsoft.com/office/officeart/2005/8/layout/vList5"/>
    <dgm:cxn modelId="{EBB1763F-F43F-C745-814D-ABF86531AC17}" type="presParOf" srcId="{1092B3E5-D5F3-8C49-A78D-003EEBDE087A}" destId="{1E43CA1D-E7A6-6540-AFB8-D15452828D7D}" srcOrd="2" destOrd="0" presId="urn:microsoft.com/office/officeart/2005/8/layout/vList5"/>
    <dgm:cxn modelId="{53FC6E25-DE31-2544-A7ED-527BB9B1422C}" type="presParOf" srcId="{1E43CA1D-E7A6-6540-AFB8-D15452828D7D}" destId="{A0CEA85B-F182-394E-8E8E-F93D5EC1F45B}" srcOrd="0" destOrd="0" presId="urn:microsoft.com/office/officeart/2005/8/layout/vList5"/>
    <dgm:cxn modelId="{871E52A8-9597-374E-8A38-8F2AC7DD08B4}" type="presParOf" srcId="{1E43CA1D-E7A6-6540-AFB8-D15452828D7D}" destId="{BA8E4402-1CD3-C140-96E1-FD15618D13D7}" srcOrd="1" destOrd="0" presId="urn:microsoft.com/office/officeart/2005/8/layout/vList5"/>
    <dgm:cxn modelId="{BA489CEE-37DC-414C-823A-D9BF85989184}" type="presParOf" srcId="{1092B3E5-D5F3-8C49-A78D-003EEBDE087A}" destId="{234175AF-38EE-D64B-9990-F01113208F9A}" srcOrd="3" destOrd="0" presId="urn:microsoft.com/office/officeart/2005/8/layout/vList5"/>
    <dgm:cxn modelId="{FDF26FE6-DC93-DF44-A263-2AF207938B91}" type="presParOf" srcId="{1092B3E5-D5F3-8C49-A78D-003EEBDE087A}" destId="{1C392CD1-FAB1-7B4B-B8FC-4D2C05C456F4}" srcOrd="4" destOrd="0" presId="urn:microsoft.com/office/officeart/2005/8/layout/vList5"/>
    <dgm:cxn modelId="{6452C6BC-7D3D-A046-899D-F9C3FDAA07E4}" type="presParOf" srcId="{1C392CD1-FAB1-7B4B-B8FC-4D2C05C456F4}" destId="{B98AF60E-032C-614D-8AA0-566824DB4EBC}" srcOrd="0" destOrd="0" presId="urn:microsoft.com/office/officeart/2005/8/layout/vList5"/>
    <dgm:cxn modelId="{CC75BECB-D722-C647-9883-D9A287044961}" type="presParOf" srcId="{1C392CD1-FAB1-7B4B-B8FC-4D2C05C456F4}" destId="{58A73E04-E166-844B-91A2-8D69E1EB00D1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6E169A4-BCE1-445C-96BF-14BDB094A25B}" type="doc">
      <dgm:prSet loTypeId="urn:microsoft.com/office/officeart/2005/8/layout/default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D4C1A499-78D7-4659-9985-2873E4D53AB4}">
      <dgm:prSet/>
      <dgm:spPr/>
      <dgm:t>
        <a:bodyPr/>
        <a:lstStyle/>
        <a:p>
          <a:r>
            <a:rPr lang="en-US" b="1"/>
            <a:t>1. Déséquilibre des classes</a:t>
          </a:r>
          <a:endParaRPr lang="en-US"/>
        </a:p>
      </dgm:t>
    </dgm:pt>
    <dgm:pt modelId="{D1EC0624-DEBD-4167-96C0-0ED88E15FCFC}" type="parTrans" cxnId="{F259E2A0-8197-4C70-8BBC-52FF4B42BAF4}">
      <dgm:prSet/>
      <dgm:spPr/>
      <dgm:t>
        <a:bodyPr/>
        <a:lstStyle/>
        <a:p>
          <a:endParaRPr lang="en-US"/>
        </a:p>
      </dgm:t>
    </dgm:pt>
    <dgm:pt modelId="{274DB22A-C75F-4D44-85FF-8065866F5644}" type="sibTrans" cxnId="{F259E2A0-8197-4C70-8BBC-52FF4B42BAF4}">
      <dgm:prSet/>
      <dgm:spPr/>
      <dgm:t>
        <a:bodyPr/>
        <a:lstStyle/>
        <a:p>
          <a:endParaRPr lang="en-US"/>
        </a:p>
      </dgm:t>
    </dgm:pt>
    <dgm:pt modelId="{A4B55128-C8D4-4806-AB92-3A6FAA1885B8}">
      <dgm:prSet/>
      <dgm:spPr/>
      <dgm:t>
        <a:bodyPr/>
        <a:lstStyle/>
        <a:p>
          <a:r>
            <a:rPr lang="en-US"/>
            <a:t>92% bons clients vs 8% défauts</a:t>
          </a:r>
        </a:p>
      </dgm:t>
    </dgm:pt>
    <dgm:pt modelId="{220A1F03-FFD2-4E5E-AE52-9688029A29EB}" type="parTrans" cxnId="{B2158C6E-08BC-4747-BEA9-F05E0C98D4C1}">
      <dgm:prSet/>
      <dgm:spPr/>
      <dgm:t>
        <a:bodyPr/>
        <a:lstStyle/>
        <a:p>
          <a:endParaRPr lang="en-US"/>
        </a:p>
      </dgm:t>
    </dgm:pt>
    <dgm:pt modelId="{E822BB1D-E2AC-4C44-974B-3475F895C1CA}" type="sibTrans" cxnId="{B2158C6E-08BC-4747-BEA9-F05E0C98D4C1}">
      <dgm:prSet/>
      <dgm:spPr/>
      <dgm:t>
        <a:bodyPr/>
        <a:lstStyle/>
        <a:p>
          <a:endParaRPr lang="en-US"/>
        </a:p>
      </dgm:t>
    </dgm:pt>
    <dgm:pt modelId="{5C5303CB-7350-4BEA-AA8C-C94761A93421}">
      <dgm:prSet/>
      <dgm:spPr/>
      <dgm:t>
        <a:bodyPr/>
        <a:lstStyle/>
        <a:p>
          <a:r>
            <a:rPr lang="en-US"/>
            <a:t>Techniques de rééquilibrage nécessaires</a:t>
          </a:r>
        </a:p>
      </dgm:t>
    </dgm:pt>
    <dgm:pt modelId="{E6E1BE43-C384-40C4-96EB-D265F2826528}" type="parTrans" cxnId="{F128E397-3F28-4ECF-A4D2-AB3922A93DB5}">
      <dgm:prSet/>
      <dgm:spPr/>
      <dgm:t>
        <a:bodyPr/>
        <a:lstStyle/>
        <a:p>
          <a:endParaRPr lang="en-US"/>
        </a:p>
      </dgm:t>
    </dgm:pt>
    <dgm:pt modelId="{76789F23-E825-4920-95AB-3901EFF56974}" type="sibTrans" cxnId="{F128E397-3F28-4ECF-A4D2-AB3922A93DB5}">
      <dgm:prSet/>
      <dgm:spPr/>
      <dgm:t>
        <a:bodyPr/>
        <a:lstStyle/>
        <a:p>
          <a:endParaRPr lang="en-US"/>
        </a:p>
      </dgm:t>
    </dgm:pt>
    <dgm:pt modelId="{9F128748-89BC-4106-9765-C14D55628B82}">
      <dgm:prSet/>
      <dgm:spPr/>
      <dgm:t>
        <a:bodyPr/>
        <a:lstStyle/>
        <a:p>
          <a:r>
            <a:rPr lang="en-US" b="1"/>
            <a:t>2. Déséquilibre du coût</a:t>
          </a:r>
          <a:endParaRPr lang="en-US"/>
        </a:p>
      </dgm:t>
    </dgm:pt>
    <dgm:pt modelId="{46F06B3A-AEC5-4BF2-A8EE-950B55B173E8}" type="parTrans" cxnId="{33904CFC-96D7-46D1-B60E-CE579E9C2CB7}">
      <dgm:prSet/>
      <dgm:spPr/>
      <dgm:t>
        <a:bodyPr/>
        <a:lstStyle/>
        <a:p>
          <a:endParaRPr lang="en-US"/>
        </a:p>
      </dgm:t>
    </dgm:pt>
    <dgm:pt modelId="{D10DDC1F-5D81-4248-8E7A-31607BB02349}" type="sibTrans" cxnId="{33904CFC-96D7-46D1-B60E-CE579E9C2CB7}">
      <dgm:prSet/>
      <dgm:spPr/>
      <dgm:t>
        <a:bodyPr/>
        <a:lstStyle/>
        <a:p>
          <a:endParaRPr lang="en-US"/>
        </a:p>
      </dgm:t>
    </dgm:pt>
    <dgm:pt modelId="{CC0AAC02-D836-4A41-80DD-0E735DA65FE9}">
      <dgm:prSet/>
      <dgm:spPr/>
      <dgm:t>
        <a:bodyPr/>
        <a:lstStyle/>
        <a:p>
          <a:r>
            <a:rPr lang="en-US" b="1"/>
            <a:t>Faux Négatif (FN)</a:t>
          </a:r>
          <a:r>
            <a:rPr lang="en-US"/>
            <a:t> : Perte en capital</a:t>
          </a:r>
        </a:p>
      </dgm:t>
    </dgm:pt>
    <dgm:pt modelId="{C74821D1-23AD-4826-B4EC-E9535B28F4E9}" type="parTrans" cxnId="{4093849B-C573-4B3D-84C5-DE0942994ECA}">
      <dgm:prSet/>
      <dgm:spPr/>
      <dgm:t>
        <a:bodyPr/>
        <a:lstStyle/>
        <a:p>
          <a:endParaRPr lang="en-US"/>
        </a:p>
      </dgm:t>
    </dgm:pt>
    <dgm:pt modelId="{9736460D-A861-4B9A-AF2E-F1F3BCB8DC00}" type="sibTrans" cxnId="{4093849B-C573-4B3D-84C5-DE0942994ECA}">
      <dgm:prSet/>
      <dgm:spPr/>
      <dgm:t>
        <a:bodyPr/>
        <a:lstStyle/>
        <a:p>
          <a:endParaRPr lang="en-US"/>
        </a:p>
      </dgm:t>
    </dgm:pt>
    <dgm:pt modelId="{5C835254-5E47-491D-81DE-5E8A08E6B641}">
      <dgm:prSet/>
      <dgm:spPr/>
      <dgm:t>
        <a:bodyPr/>
        <a:lstStyle/>
        <a:p>
          <a:r>
            <a:rPr lang="en-US" b="1"/>
            <a:t>Faux Positif (FP)</a:t>
          </a:r>
          <a:r>
            <a:rPr lang="en-US"/>
            <a:t> : Manque à gagner</a:t>
          </a:r>
        </a:p>
      </dgm:t>
    </dgm:pt>
    <dgm:pt modelId="{CA0322FC-F0B9-49C0-B128-894EE956DACF}" type="parTrans" cxnId="{79FD8BA0-0EA2-4B5D-9380-0996438D4EF0}">
      <dgm:prSet/>
      <dgm:spPr/>
      <dgm:t>
        <a:bodyPr/>
        <a:lstStyle/>
        <a:p>
          <a:endParaRPr lang="en-US"/>
        </a:p>
      </dgm:t>
    </dgm:pt>
    <dgm:pt modelId="{D9DD2A3C-C64B-42C2-ADF3-546FC68795B0}" type="sibTrans" cxnId="{79FD8BA0-0EA2-4B5D-9380-0996438D4EF0}">
      <dgm:prSet/>
      <dgm:spPr/>
      <dgm:t>
        <a:bodyPr/>
        <a:lstStyle/>
        <a:p>
          <a:endParaRPr lang="en-US"/>
        </a:p>
      </dgm:t>
    </dgm:pt>
    <dgm:pt modelId="{386676A3-8C3E-4BEC-9D05-560B12438403}">
      <dgm:prSet/>
      <dgm:spPr/>
      <dgm:t>
        <a:bodyPr/>
        <a:lstStyle/>
        <a:p>
          <a:r>
            <a:rPr lang="en-US" b="1"/>
            <a:t>Hypothèse : Coût FN = 10 × Coût FP</a:t>
          </a:r>
          <a:endParaRPr lang="en-US"/>
        </a:p>
      </dgm:t>
    </dgm:pt>
    <dgm:pt modelId="{944329B3-5A0D-4FE2-ABDA-35EEC07DD127}" type="parTrans" cxnId="{6409193F-448A-49E7-9AB0-10DD7CB0A4A2}">
      <dgm:prSet/>
      <dgm:spPr/>
      <dgm:t>
        <a:bodyPr/>
        <a:lstStyle/>
        <a:p>
          <a:endParaRPr lang="en-US"/>
        </a:p>
      </dgm:t>
    </dgm:pt>
    <dgm:pt modelId="{BDFEAECC-4124-47CF-8970-248CF381C3CA}" type="sibTrans" cxnId="{6409193F-448A-49E7-9AB0-10DD7CB0A4A2}">
      <dgm:prSet/>
      <dgm:spPr/>
      <dgm:t>
        <a:bodyPr/>
        <a:lstStyle/>
        <a:p>
          <a:endParaRPr lang="en-US"/>
        </a:p>
      </dgm:t>
    </dgm:pt>
    <dgm:pt modelId="{7834576D-5D8F-44B5-B9B0-D696010118F4}">
      <dgm:prSet/>
      <dgm:spPr/>
      <dgm:t>
        <a:bodyPr/>
        <a:lstStyle/>
        <a:p>
          <a:r>
            <a:rPr lang="en-US" b="1"/>
            <a:t>3. Score métier personnalisé</a:t>
          </a:r>
          <a:endParaRPr lang="en-US"/>
        </a:p>
      </dgm:t>
    </dgm:pt>
    <dgm:pt modelId="{A2E7D2F5-58ED-49B6-AFFA-A922F91B6CAA}" type="parTrans" cxnId="{643BA662-1A50-49EC-8BBC-CF16B49CFAEC}">
      <dgm:prSet/>
      <dgm:spPr/>
      <dgm:t>
        <a:bodyPr/>
        <a:lstStyle/>
        <a:p>
          <a:endParaRPr lang="en-US"/>
        </a:p>
      </dgm:t>
    </dgm:pt>
    <dgm:pt modelId="{6A385896-6089-48D9-9CE1-3AE9F8EC43C7}" type="sibTrans" cxnId="{643BA662-1A50-49EC-8BBC-CF16B49CFAEC}">
      <dgm:prSet/>
      <dgm:spPr/>
      <dgm:t>
        <a:bodyPr/>
        <a:lstStyle/>
        <a:p>
          <a:endParaRPr lang="en-US"/>
        </a:p>
      </dgm:t>
    </dgm:pt>
    <dgm:pt modelId="{4921D932-9FC1-4D82-A9AF-1500D6ABBBA7}">
      <dgm:prSet/>
      <dgm:spPr/>
      <dgm:t>
        <a:bodyPr/>
        <a:lstStyle/>
        <a:p>
          <a:r>
            <a:rPr lang="en-US"/>
            <a:t>Métrique adaptée aux coûts réels</a:t>
          </a:r>
        </a:p>
      </dgm:t>
    </dgm:pt>
    <dgm:pt modelId="{8F1FC3CD-C546-4F3A-A3C9-C68CB17B3866}" type="parTrans" cxnId="{2A66EAC3-C656-4292-9227-A13C604C8C92}">
      <dgm:prSet/>
      <dgm:spPr/>
      <dgm:t>
        <a:bodyPr/>
        <a:lstStyle/>
        <a:p>
          <a:endParaRPr lang="en-US"/>
        </a:p>
      </dgm:t>
    </dgm:pt>
    <dgm:pt modelId="{5E9928FC-1058-4161-B5FB-233CD3BA3CC4}" type="sibTrans" cxnId="{2A66EAC3-C656-4292-9227-A13C604C8C92}">
      <dgm:prSet/>
      <dgm:spPr/>
      <dgm:t>
        <a:bodyPr/>
        <a:lstStyle/>
        <a:p>
          <a:endParaRPr lang="en-US"/>
        </a:p>
      </dgm:t>
    </dgm:pt>
    <dgm:pt modelId="{A8CBF726-9CAC-42AB-832F-7D999D6746A1}">
      <dgm:prSet/>
      <dgm:spPr/>
      <dgm:t>
        <a:bodyPr/>
        <a:lstStyle/>
        <a:p>
          <a:r>
            <a:rPr lang="en-US"/>
            <a:t>Optimisation du seuil de décision</a:t>
          </a:r>
        </a:p>
      </dgm:t>
    </dgm:pt>
    <dgm:pt modelId="{EC6E4853-FFB3-4F5A-92C6-E73F4A14B44A}" type="parTrans" cxnId="{9C7FA8D0-FCE8-48B3-B780-225C0D0D04CF}">
      <dgm:prSet/>
      <dgm:spPr/>
      <dgm:t>
        <a:bodyPr/>
        <a:lstStyle/>
        <a:p>
          <a:endParaRPr lang="en-US"/>
        </a:p>
      </dgm:t>
    </dgm:pt>
    <dgm:pt modelId="{7D9CFD12-9F21-47D5-933D-8F1EFA0FD98B}" type="sibTrans" cxnId="{9C7FA8D0-FCE8-48B3-B780-225C0D0D04CF}">
      <dgm:prSet/>
      <dgm:spPr/>
      <dgm:t>
        <a:bodyPr/>
        <a:lstStyle/>
        <a:p>
          <a:endParaRPr lang="en-US"/>
        </a:p>
      </dgm:t>
    </dgm:pt>
    <dgm:pt modelId="{3720CA6B-9180-2E44-BE43-CA3B29913154}" type="pres">
      <dgm:prSet presAssocID="{F6E169A4-BCE1-445C-96BF-14BDB094A25B}" presName="diagram" presStyleCnt="0">
        <dgm:presLayoutVars>
          <dgm:dir/>
          <dgm:resizeHandles val="exact"/>
        </dgm:presLayoutVars>
      </dgm:prSet>
      <dgm:spPr/>
    </dgm:pt>
    <dgm:pt modelId="{D4D542B4-3DA7-E443-9949-080A78BF5A7C}" type="pres">
      <dgm:prSet presAssocID="{D4C1A499-78D7-4659-9985-2873E4D53AB4}" presName="node" presStyleLbl="node1" presStyleIdx="0" presStyleCnt="3">
        <dgm:presLayoutVars>
          <dgm:bulletEnabled val="1"/>
        </dgm:presLayoutVars>
      </dgm:prSet>
      <dgm:spPr/>
    </dgm:pt>
    <dgm:pt modelId="{156A5A68-D2AC-3840-B3E6-FB2D7E731802}" type="pres">
      <dgm:prSet presAssocID="{274DB22A-C75F-4D44-85FF-8065866F5644}" presName="sibTrans" presStyleCnt="0"/>
      <dgm:spPr/>
    </dgm:pt>
    <dgm:pt modelId="{3741D983-36A5-054D-8BBA-237296B22034}" type="pres">
      <dgm:prSet presAssocID="{9F128748-89BC-4106-9765-C14D55628B82}" presName="node" presStyleLbl="node1" presStyleIdx="1" presStyleCnt="3">
        <dgm:presLayoutVars>
          <dgm:bulletEnabled val="1"/>
        </dgm:presLayoutVars>
      </dgm:prSet>
      <dgm:spPr/>
    </dgm:pt>
    <dgm:pt modelId="{CE318C86-BF9B-7D4B-B7D3-7166D379E91B}" type="pres">
      <dgm:prSet presAssocID="{D10DDC1F-5D81-4248-8E7A-31607BB02349}" presName="sibTrans" presStyleCnt="0"/>
      <dgm:spPr/>
    </dgm:pt>
    <dgm:pt modelId="{F42A0265-F09E-C74D-80A3-A92408BA3B15}" type="pres">
      <dgm:prSet presAssocID="{7834576D-5D8F-44B5-B9B0-D696010118F4}" presName="node" presStyleLbl="node1" presStyleIdx="2" presStyleCnt="3">
        <dgm:presLayoutVars>
          <dgm:bulletEnabled val="1"/>
        </dgm:presLayoutVars>
      </dgm:prSet>
      <dgm:spPr/>
    </dgm:pt>
  </dgm:ptLst>
  <dgm:cxnLst>
    <dgm:cxn modelId="{A9AD9D13-192C-C945-B04D-0527D30542EC}" type="presOf" srcId="{5C835254-5E47-491D-81DE-5E8A08E6B641}" destId="{3741D983-36A5-054D-8BBA-237296B22034}" srcOrd="0" destOrd="2" presId="urn:microsoft.com/office/officeart/2005/8/layout/default"/>
    <dgm:cxn modelId="{132AD335-E4B2-334C-B9B2-63E47319A90A}" type="presOf" srcId="{7834576D-5D8F-44B5-B9B0-D696010118F4}" destId="{F42A0265-F09E-C74D-80A3-A92408BA3B15}" srcOrd="0" destOrd="0" presId="urn:microsoft.com/office/officeart/2005/8/layout/default"/>
    <dgm:cxn modelId="{6409193F-448A-49E7-9AB0-10DD7CB0A4A2}" srcId="{9F128748-89BC-4106-9765-C14D55628B82}" destId="{386676A3-8C3E-4BEC-9D05-560B12438403}" srcOrd="2" destOrd="0" parTransId="{944329B3-5A0D-4FE2-ABDA-35EEC07DD127}" sibTransId="{BDFEAECC-4124-47CF-8970-248CF381C3CA}"/>
    <dgm:cxn modelId="{D702BB48-8EBB-D041-A03A-BB446C187F23}" type="presOf" srcId="{D4C1A499-78D7-4659-9985-2873E4D53AB4}" destId="{D4D542B4-3DA7-E443-9949-080A78BF5A7C}" srcOrd="0" destOrd="0" presId="urn:microsoft.com/office/officeart/2005/8/layout/default"/>
    <dgm:cxn modelId="{643BA662-1A50-49EC-8BBC-CF16B49CFAEC}" srcId="{F6E169A4-BCE1-445C-96BF-14BDB094A25B}" destId="{7834576D-5D8F-44B5-B9B0-D696010118F4}" srcOrd="2" destOrd="0" parTransId="{A2E7D2F5-58ED-49B6-AFFA-A922F91B6CAA}" sibTransId="{6A385896-6089-48D9-9CE1-3AE9F8EC43C7}"/>
    <dgm:cxn modelId="{A9802065-E3E3-A441-86F6-C1D18811C48F}" type="presOf" srcId="{A8CBF726-9CAC-42AB-832F-7D999D6746A1}" destId="{F42A0265-F09E-C74D-80A3-A92408BA3B15}" srcOrd="0" destOrd="2" presId="urn:microsoft.com/office/officeart/2005/8/layout/default"/>
    <dgm:cxn modelId="{B2158C6E-08BC-4747-BEA9-F05E0C98D4C1}" srcId="{D4C1A499-78D7-4659-9985-2873E4D53AB4}" destId="{A4B55128-C8D4-4806-AB92-3A6FAA1885B8}" srcOrd="0" destOrd="0" parTransId="{220A1F03-FFD2-4E5E-AE52-9688029A29EB}" sibTransId="{E822BB1D-E2AC-4C44-974B-3475F895C1CA}"/>
    <dgm:cxn modelId="{411C4079-846A-F34D-BA92-249C8112DE29}" type="presOf" srcId="{9F128748-89BC-4106-9765-C14D55628B82}" destId="{3741D983-36A5-054D-8BBA-237296B22034}" srcOrd="0" destOrd="0" presId="urn:microsoft.com/office/officeart/2005/8/layout/default"/>
    <dgm:cxn modelId="{85DB1F84-C811-EF48-8ED3-437F5FF37D0D}" type="presOf" srcId="{386676A3-8C3E-4BEC-9D05-560B12438403}" destId="{3741D983-36A5-054D-8BBA-237296B22034}" srcOrd="0" destOrd="3" presId="urn:microsoft.com/office/officeart/2005/8/layout/default"/>
    <dgm:cxn modelId="{F67B9084-ADA6-CB43-A562-423E1987DED5}" type="presOf" srcId="{5C5303CB-7350-4BEA-AA8C-C94761A93421}" destId="{D4D542B4-3DA7-E443-9949-080A78BF5A7C}" srcOrd="0" destOrd="2" presId="urn:microsoft.com/office/officeart/2005/8/layout/default"/>
    <dgm:cxn modelId="{F128E397-3F28-4ECF-A4D2-AB3922A93DB5}" srcId="{D4C1A499-78D7-4659-9985-2873E4D53AB4}" destId="{5C5303CB-7350-4BEA-AA8C-C94761A93421}" srcOrd="1" destOrd="0" parTransId="{E6E1BE43-C384-40C4-96EB-D265F2826528}" sibTransId="{76789F23-E825-4920-95AB-3901EFF56974}"/>
    <dgm:cxn modelId="{4093849B-C573-4B3D-84C5-DE0942994ECA}" srcId="{9F128748-89BC-4106-9765-C14D55628B82}" destId="{CC0AAC02-D836-4A41-80DD-0E735DA65FE9}" srcOrd="0" destOrd="0" parTransId="{C74821D1-23AD-4826-B4EC-E9535B28F4E9}" sibTransId="{9736460D-A861-4B9A-AF2E-F1F3BCB8DC00}"/>
    <dgm:cxn modelId="{79FD8BA0-0EA2-4B5D-9380-0996438D4EF0}" srcId="{9F128748-89BC-4106-9765-C14D55628B82}" destId="{5C835254-5E47-491D-81DE-5E8A08E6B641}" srcOrd="1" destOrd="0" parTransId="{CA0322FC-F0B9-49C0-B128-894EE956DACF}" sibTransId="{D9DD2A3C-C64B-42C2-ADF3-546FC68795B0}"/>
    <dgm:cxn modelId="{F259E2A0-8197-4C70-8BBC-52FF4B42BAF4}" srcId="{F6E169A4-BCE1-445C-96BF-14BDB094A25B}" destId="{D4C1A499-78D7-4659-9985-2873E4D53AB4}" srcOrd="0" destOrd="0" parTransId="{D1EC0624-DEBD-4167-96C0-0ED88E15FCFC}" sibTransId="{274DB22A-C75F-4D44-85FF-8065866F5644}"/>
    <dgm:cxn modelId="{C0B9ADA5-85E5-2A43-A77C-F3D832FD6675}" type="presOf" srcId="{A4B55128-C8D4-4806-AB92-3A6FAA1885B8}" destId="{D4D542B4-3DA7-E443-9949-080A78BF5A7C}" srcOrd="0" destOrd="1" presId="urn:microsoft.com/office/officeart/2005/8/layout/default"/>
    <dgm:cxn modelId="{4B50FAB4-D0B8-614B-AC83-DBF3F4748280}" type="presOf" srcId="{CC0AAC02-D836-4A41-80DD-0E735DA65FE9}" destId="{3741D983-36A5-054D-8BBA-237296B22034}" srcOrd="0" destOrd="1" presId="urn:microsoft.com/office/officeart/2005/8/layout/default"/>
    <dgm:cxn modelId="{2A66EAC3-C656-4292-9227-A13C604C8C92}" srcId="{7834576D-5D8F-44B5-B9B0-D696010118F4}" destId="{4921D932-9FC1-4D82-A9AF-1500D6ABBBA7}" srcOrd="0" destOrd="0" parTransId="{8F1FC3CD-C546-4F3A-A3C9-C68CB17B3866}" sibTransId="{5E9928FC-1058-4161-B5FB-233CD3BA3CC4}"/>
    <dgm:cxn modelId="{9C7FA8D0-FCE8-48B3-B780-225C0D0D04CF}" srcId="{7834576D-5D8F-44B5-B9B0-D696010118F4}" destId="{A8CBF726-9CAC-42AB-832F-7D999D6746A1}" srcOrd="1" destOrd="0" parTransId="{EC6E4853-FFB3-4F5A-92C6-E73F4A14B44A}" sibTransId="{7D9CFD12-9F21-47D5-933D-8F1EFA0FD98B}"/>
    <dgm:cxn modelId="{A12291D9-AA73-D74C-8990-4E622DCFA83A}" type="presOf" srcId="{F6E169A4-BCE1-445C-96BF-14BDB094A25B}" destId="{3720CA6B-9180-2E44-BE43-CA3B29913154}" srcOrd="0" destOrd="0" presId="urn:microsoft.com/office/officeart/2005/8/layout/default"/>
    <dgm:cxn modelId="{962B46F8-E990-F543-AAA1-2035DA2B35EB}" type="presOf" srcId="{4921D932-9FC1-4D82-A9AF-1500D6ABBBA7}" destId="{F42A0265-F09E-C74D-80A3-A92408BA3B15}" srcOrd="0" destOrd="1" presId="urn:microsoft.com/office/officeart/2005/8/layout/default"/>
    <dgm:cxn modelId="{33904CFC-96D7-46D1-B60E-CE579E9C2CB7}" srcId="{F6E169A4-BCE1-445C-96BF-14BDB094A25B}" destId="{9F128748-89BC-4106-9765-C14D55628B82}" srcOrd="1" destOrd="0" parTransId="{46F06B3A-AEC5-4BF2-A8EE-950B55B173E8}" sibTransId="{D10DDC1F-5D81-4248-8E7A-31607BB02349}"/>
    <dgm:cxn modelId="{EBFC33E2-9FBD-884B-BC3E-731B2C7194FE}" type="presParOf" srcId="{3720CA6B-9180-2E44-BE43-CA3B29913154}" destId="{D4D542B4-3DA7-E443-9949-080A78BF5A7C}" srcOrd="0" destOrd="0" presId="urn:microsoft.com/office/officeart/2005/8/layout/default"/>
    <dgm:cxn modelId="{34DAD9A9-E324-BA42-9732-0F3A3795F281}" type="presParOf" srcId="{3720CA6B-9180-2E44-BE43-CA3B29913154}" destId="{156A5A68-D2AC-3840-B3E6-FB2D7E731802}" srcOrd="1" destOrd="0" presId="urn:microsoft.com/office/officeart/2005/8/layout/default"/>
    <dgm:cxn modelId="{DDB54909-6703-2C43-B8E9-6BDB1F6091CF}" type="presParOf" srcId="{3720CA6B-9180-2E44-BE43-CA3B29913154}" destId="{3741D983-36A5-054D-8BBA-237296B22034}" srcOrd="2" destOrd="0" presId="urn:microsoft.com/office/officeart/2005/8/layout/default"/>
    <dgm:cxn modelId="{11B011A3-B325-764C-B57C-5305B36013B7}" type="presParOf" srcId="{3720CA6B-9180-2E44-BE43-CA3B29913154}" destId="{CE318C86-BF9B-7D4B-B7D3-7166D379E91B}" srcOrd="3" destOrd="0" presId="urn:microsoft.com/office/officeart/2005/8/layout/default"/>
    <dgm:cxn modelId="{7DF855A1-D8F7-6E4D-A5BC-68B718B35B96}" type="presParOf" srcId="{3720CA6B-9180-2E44-BE43-CA3B29913154}" destId="{F42A0265-F09E-C74D-80A3-A92408BA3B15}" srcOrd="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AC22CCE-5CF8-4051-853A-972C2F4655D3}" type="doc">
      <dgm:prSet loTypeId="urn:microsoft.com/office/officeart/2005/8/layout/defaul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52333066-6366-4B2D-A467-10D5D142C824}">
      <dgm:prSet/>
      <dgm:spPr/>
      <dgm:t>
        <a:bodyPr/>
        <a:lstStyle/>
        <a:p>
          <a:r>
            <a:rPr lang="en-US" b="1"/>
            <a:t>Kaggle : “Home Credit Default Risk”</a:t>
          </a:r>
          <a:endParaRPr lang="en-US"/>
        </a:p>
      </dgm:t>
    </dgm:pt>
    <dgm:pt modelId="{D53F7D0D-37D3-40BA-AB1E-88097C5233DB}" type="parTrans" cxnId="{F54FE7D2-10AF-490A-AE25-4DE9C09C9873}">
      <dgm:prSet/>
      <dgm:spPr/>
      <dgm:t>
        <a:bodyPr/>
        <a:lstStyle/>
        <a:p>
          <a:endParaRPr lang="en-US"/>
        </a:p>
      </dgm:t>
    </dgm:pt>
    <dgm:pt modelId="{BFBDD4A6-B567-42EE-9F26-AE1C3BF529F2}" type="sibTrans" cxnId="{F54FE7D2-10AF-490A-AE25-4DE9C09C9873}">
      <dgm:prSet/>
      <dgm:spPr/>
      <dgm:t>
        <a:bodyPr/>
        <a:lstStyle/>
        <a:p>
          <a:endParaRPr lang="en-US"/>
        </a:p>
      </dgm:t>
    </dgm:pt>
    <dgm:pt modelId="{C19375ED-6D0E-4D92-9190-15AACBF91EED}">
      <dgm:prSet/>
      <dgm:spPr/>
      <dgm:t>
        <a:bodyPr/>
        <a:lstStyle/>
        <a:p>
          <a:r>
            <a:rPr lang="en-US"/>
            <a:t>Table principale : application_train.csv</a:t>
          </a:r>
        </a:p>
      </dgm:t>
    </dgm:pt>
    <dgm:pt modelId="{0ADD87F1-24C1-44A3-BA13-56D4363A778B}" type="parTrans" cxnId="{26559244-9722-46B5-83D3-E50D8B4813FC}">
      <dgm:prSet/>
      <dgm:spPr/>
      <dgm:t>
        <a:bodyPr/>
        <a:lstStyle/>
        <a:p>
          <a:endParaRPr lang="en-US"/>
        </a:p>
      </dgm:t>
    </dgm:pt>
    <dgm:pt modelId="{3CD403A1-0F28-4F2B-8F91-9FF9E1481852}" type="sibTrans" cxnId="{26559244-9722-46B5-83D3-E50D8B4813FC}">
      <dgm:prSet/>
      <dgm:spPr/>
      <dgm:t>
        <a:bodyPr/>
        <a:lstStyle/>
        <a:p>
          <a:endParaRPr lang="en-US"/>
        </a:p>
      </dgm:t>
    </dgm:pt>
    <dgm:pt modelId="{7D5D2CF0-2594-431F-9B26-D086DEE2E4D1}">
      <dgm:prSet/>
      <dgm:spPr/>
      <dgm:t>
        <a:bodyPr/>
        <a:lstStyle/>
        <a:p>
          <a:r>
            <a:rPr lang="en-US"/>
            <a:t>307 511 clients</a:t>
          </a:r>
        </a:p>
      </dgm:t>
    </dgm:pt>
    <dgm:pt modelId="{7ADD89CC-3D1A-4162-85A6-CB49B8A497FC}" type="parTrans" cxnId="{B567D97F-8AE1-4A9B-8301-84D84C64CC4D}">
      <dgm:prSet/>
      <dgm:spPr/>
      <dgm:t>
        <a:bodyPr/>
        <a:lstStyle/>
        <a:p>
          <a:endParaRPr lang="en-US"/>
        </a:p>
      </dgm:t>
    </dgm:pt>
    <dgm:pt modelId="{6FB08D15-7299-4F45-B9D3-0689D0A87238}" type="sibTrans" cxnId="{B567D97F-8AE1-4A9B-8301-84D84C64CC4D}">
      <dgm:prSet/>
      <dgm:spPr/>
      <dgm:t>
        <a:bodyPr/>
        <a:lstStyle/>
        <a:p>
          <a:endParaRPr lang="en-US"/>
        </a:p>
      </dgm:t>
    </dgm:pt>
    <dgm:pt modelId="{958AB486-85B5-4A0A-BADC-9E55780C374F}">
      <dgm:prSet/>
      <dgm:spPr/>
      <dgm:t>
        <a:bodyPr/>
        <a:lstStyle/>
        <a:p>
          <a:r>
            <a:rPr lang="en-US"/>
            <a:t>122 variables</a:t>
          </a:r>
        </a:p>
      </dgm:t>
    </dgm:pt>
    <dgm:pt modelId="{C5CF9936-04AF-4362-B52E-4EE1EA49F51A}" type="parTrans" cxnId="{A0F4A1C2-5F43-40C6-BDD6-ABDD446822F0}">
      <dgm:prSet/>
      <dgm:spPr/>
      <dgm:t>
        <a:bodyPr/>
        <a:lstStyle/>
        <a:p>
          <a:endParaRPr lang="en-US"/>
        </a:p>
      </dgm:t>
    </dgm:pt>
    <dgm:pt modelId="{9F4AF073-E7A3-431B-8258-9A3BAB415D30}" type="sibTrans" cxnId="{A0F4A1C2-5F43-40C6-BDD6-ABDD446822F0}">
      <dgm:prSet/>
      <dgm:spPr/>
      <dgm:t>
        <a:bodyPr/>
        <a:lstStyle/>
        <a:p>
          <a:endParaRPr lang="en-US"/>
        </a:p>
      </dgm:t>
    </dgm:pt>
    <dgm:pt modelId="{FDDDFC28-F535-4A36-8E80-86B9738BCCAE}">
      <dgm:prSet/>
      <dgm:spPr/>
      <dgm:t>
        <a:bodyPr/>
        <a:lstStyle/>
        <a:p>
          <a:r>
            <a:rPr lang="en-US"/>
            <a:t>TARGET : 0 = remboursé, 1 = défaut</a:t>
          </a:r>
        </a:p>
      </dgm:t>
    </dgm:pt>
    <dgm:pt modelId="{EA490DA8-914B-43E8-96EA-E0482FA2CF38}" type="parTrans" cxnId="{17CA5E7B-55FB-491A-AEF4-2573C8AA448C}">
      <dgm:prSet/>
      <dgm:spPr/>
      <dgm:t>
        <a:bodyPr/>
        <a:lstStyle/>
        <a:p>
          <a:endParaRPr lang="en-US"/>
        </a:p>
      </dgm:t>
    </dgm:pt>
    <dgm:pt modelId="{5FF2195A-67A4-4BD5-A9F8-B6F4D53AADEF}" type="sibTrans" cxnId="{17CA5E7B-55FB-491A-AEF4-2573C8AA448C}">
      <dgm:prSet/>
      <dgm:spPr/>
      <dgm:t>
        <a:bodyPr/>
        <a:lstStyle/>
        <a:p>
          <a:endParaRPr lang="en-US"/>
        </a:p>
      </dgm:t>
    </dgm:pt>
    <dgm:pt modelId="{66AF6175-D653-42C9-AE37-B569EAF75531}">
      <dgm:prSet/>
      <dgm:spPr/>
      <dgm:t>
        <a:bodyPr/>
        <a:lstStyle/>
        <a:p>
          <a:r>
            <a:rPr lang="en-US" b="1"/>
            <a:t>Tables secondaires</a:t>
          </a:r>
          <a:endParaRPr lang="en-US"/>
        </a:p>
      </dgm:t>
    </dgm:pt>
    <dgm:pt modelId="{E97810CF-C3D0-4990-A9E8-9F8B36198B4C}" type="parTrans" cxnId="{66114220-D43B-4B45-9ABC-1C50692EDEC6}">
      <dgm:prSet/>
      <dgm:spPr/>
      <dgm:t>
        <a:bodyPr/>
        <a:lstStyle/>
        <a:p>
          <a:endParaRPr lang="en-US"/>
        </a:p>
      </dgm:t>
    </dgm:pt>
    <dgm:pt modelId="{F88C4697-BC34-446C-A7DD-0771694D21C4}" type="sibTrans" cxnId="{66114220-D43B-4B45-9ABC-1C50692EDEC6}">
      <dgm:prSet/>
      <dgm:spPr/>
      <dgm:t>
        <a:bodyPr/>
        <a:lstStyle/>
        <a:p>
          <a:endParaRPr lang="en-US"/>
        </a:p>
      </dgm:t>
    </dgm:pt>
    <dgm:pt modelId="{64D79D35-AD6E-4D0D-A9FD-D947A50FFC61}">
      <dgm:prSet/>
      <dgm:spPr/>
      <dgm:t>
        <a:bodyPr/>
        <a:lstStyle/>
        <a:p>
          <a:r>
            <a:rPr lang="en-US"/>
            <a:t>bureau.csv : Historique tous organismes</a:t>
          </a:r>
        </a:p>
      </dgm:t>
    </dgm:pt>
    <dgm:pt modelId="{99EA72AF-9B65-42F6-A039-47B5093CA515}" type="parTrans" cxnId="{5D70DC6A-279E-4731-BF0B-A9C672F7CE8A}">
      <dgm:prSet/>
      <dgm:spPr/>
      <dgm:t>
        <a:bodyPr/>
        <a:lstStyle/>
        <a:p>
          <a:endParaRPr lang="en-US"/>
        </a:p>
      </dgm:t>
    </dgm:pt>
    <dgm:pt modelId="{06E1FD41-57E4-4F67-88CC-10FE1AB80247}" type="sibTrans" cxnId="{5D70DC6A-279E-4731-BF0B-A9C672F7CE8A}">
      <dgm:prSet/>
      <dgm:spPr/>
      <dgm:t>
        <a:bodyPr/>
        <a:lstStyle/>
        <a:p>
          <a:endParaRPr lang="en-US"/>
        </a:p>
      </dgm:t>
    </dgm:pt>
    <dgm:pt modelId="{4F5C8A72-BB35-4A5E-A551-1CE35210994D}">
      <dgm:prSet/>
      <dgm:spPr/>
      <dgm:t>
        <a:bodyPr/>
        <a:lstStyle/>
        <a:p>
          <a:r>
            <a:rPr lang="en-US"/>
            <a:t>previous_application.csv : Emprunts Home Credit</a:t>
          </a:r>
        </a:p>
      </dgm:t>
    </dgm:pt>
    <dgm:pt modelId="{4486ABAB-3482-4914-AD53-3541B073C3BC}" type="parTrans" cxnId="{01A83B1B-5B1A-4342-80D3-5EBC17DF025E}">
      <dgm:prSet/>
      <dgm:spPr/>
      <dgm:t>
        <a:bodyPr/>
        <a:lstStyle/>
        <a:p>
          <a:endParaRPr lang="en-US"/>
        </a:p>
      </dgm:t>
    </dgm:pt>
    <dgm:pt modelId="{54FC06C2-E339-4770-871F-21A61A9F58F7}" type="sibTrans" cxnId="{01A83B1B-5B1A-4342-80D3-5EBC17DF025E}">
      <dgm:prSet/>
      <dgm:spPr/>
      <dgm:t>
        <a:bodyPr/>
        <a:lstStyle/>
        <a:p>
          <a:endParaRPr lang="en-US"/>
        </a:p>
      </dgm:t>
    </dgm:pt>
    <dgm:pt modelId="{DF71718A-26DB-4078-B1AB-AD005C5939AE}">
      <dgm:prSet/>
      <dgm:spPr/>
      <dgm:t>
        <a:bodyPr/>
        <a:lstStyle/>
        <a:p>
          <a:r>
            <a:rPr lang="en-US"/>
            <a:t>POS_CASH_balance.csv : Crédits cash</a:t>
          </a:r>
        </a:p>
      </dgm:t>
    </dgm:pt>
    <dgm:pt modelId="{9F9AB6FB-4A00-4E11-ABEE-5F9DCADA4206}" type="parTrans" cxnId="{4DD79459-2089-4B27-BF94-03C13D601D9E}">
      <dgm:prSet/>
      <dgm:spPr/>
      <dgm:t>
        <a:bodyPr/>
        <a:lstStyle/>
        <a:p>
          <a:endParaRPr lang="en-US"/>
        </a:p>
      </dgm:t>
    </dgm:pt>
    <dgm:pt modelId="{D40E0B08-4C96-424B-91DF-BBF5384F6981}" type="sibTrans" cxnId="{4DD79459-2089-4B27-BF94-03C13D601D9E}">
      <dgm:prSet/>
      <dgm:spPr/>
      <dgm:t>
        <a:bodyPr/>
        <a:lstStyle/>
        <a:p>
          <a:endParaRPr lang="en-US"/>
        </a:p>
      </dgm:t>
    </dgm:pt>
    <dgm:pt modelId="{2D4376EB-EE01-4A49-9445-C2912A817AD8}">
      <dgm:prSet/>
      <dgm:spPr/>
      <dgm:t>
        <a:bodyPr/>
        <a:lstStyle/>
        <a:p>
          <a:r>
            <a:rPr lang="en-US"/>
            <a:t>credit_card_balance.csv : Revolving</a:t>
          </a:r>
        </a:p>
      </dgm:t>
    </dgm:pt>
    <dgm:pt modelId="{9A783BF9-9C1C-4173-B41E-04953F5F87ED}" type="parTrans" cxnId="{0B27FF36-998C-42D3-9CE0-41639DBEC199}">
      <dgm:prSet/>
      <dgm:spPr/>
      <dgm:t>
        <a:bodyPr/>
        <a:lstStyle/>
        <a:p>
          <a:endParaRPr lang="en-US"/>
        </a:p>
      </dgm:t>
    </dgm:pt>
    <dgm:pt modelId="{E89625FD-110A-454B-9BC0-F76306C693EA}" type="sibTrans" cxnId="{0B27FF36-998C-42D3-9CE0-41639DBEC199}">
      <dgm:prSet/>
      <dgm:spPr/>
      <dgm:t>
        <a:bodyPr/>
        <a:lstStyle/>
        <a:p>
          <a:endParaRPr lang="en-US"/>
        </a:p>
      </dgm:t>
    </dgm:pt>
    <dgm:pt modelId="{0ED8C2DE-BBA9-41F6-A0C8-E9EDA0C6D37C}">
      <dgm:prSet/>
      <dgm:spPr/>
      <dgm:t>
        <a:bodyPr/>
        <a:lstStyle/>
        <a:p>
          <a:r>
            <a:rPr lang="en-US"/>
            <a:t>installments_payments.csv : Historique paiements</a:t>
          </a:r>
        </a:p>
      </dgm:t>
    </dgm:pt>
    <dgm:pt modelId="{055C3A89-F1E0-4DA2-863D-55C394851807}" type="parTrans" cxnId="{5F8D7580-7E95-4213-9BB8-ACA684573699}">
      <dgm:prSet/>
      <dgm:spPr/>
      <dgm:t>
        <a:bodyPr/>
        <a:lstStyle/>
        <a:p>
          <a:endParaRPr lang="en-US"/>
        </a:p>
      </dgm:t>
    </dgm:pt>
    <dgm:pt modelId="{2AFC3A25-C579-4F60-8C1B-3E4666D4619D}" type="sibTrans" cxnId="{5F8D7580-7E95-4213-9BB8-ACA684573699}">
      <dgm:prSet/>
      <dgm:spPr/>
      <dgm:t>
        <a:bodyPr/>
        <a:lstStyle/>
        <a:p>
          <a:endParaRPr lang="en-US"/>
        </a:p>
      </dgm:t>
    </dgm:pt>
    <dgm:pt modelId="{34C24084-492F-E342-85AF-FA74B4244C3F}" type="pres">
      <dgm:prSet presAssocID="{7AC22CCE-5CF8-4051-853A-972C2F4655D3}" presName="diagram" presStyleCnt="0">
        <dgm:presLayoutVars>
          <dgm:dir/>
          <dgm:resizeHandles val="exact"/>
        </dgm:presLayoutVars>
      </dgm:prSet>
      <dgm:spPr/>
    </dgm:pt>
    <dgm:pt modelId="{D16D8DE7-0441-4D45-B1B6-D8D36F69E928}" type="pres">
      <dgm:prSet presAssocID="{52333066-6366-4B2D-A467-10D5D142C824}" presName="node" presStyleLbl="node1" presStyleIdx="0" presStyleCnt="2">
        <dgm:presLayoutVars>
          <dgm:bulletEnabled val="1"/>
        </dgm:presLayoutVars>
      </dgm:prSet>
      <dgm:spPr/>
    </dgm:pt>
    <dgm:pt modelId="{18199CC5-3C55-7C46-8DC6-7F56CA9AA4B1}" type="pres">
      <dgm:prSet presAssocID="{BFBDD4A6-B567-42EE-9F26-AE1C3BF529F2}" presName="sibTrans" presStyleCnt="0"/>
      <dgm:spPr/>
    </dgm:pt>
    <dgm:pt modelId="{9BE65DAD-C7DF-C040-A404-7C13965D46FB}" type="pres">
      <dgm:prSet presAssocID="{66AF6175-D653-42C9-AE37-B569EAF75531}" presName="node" presStyleLbl="node1" presStyleIdx="1" presStyleCnt="2">
        <dgm:presLayoutVars>
          <dgm:bulletEnabled val="1"/>
        </dgm:presLayoutVars>
      </dgm:prSet>
      <dgm:spPr/>
    </dgm:pt>
  </dgm:ptLst>
  <dgm:cxnLst>
    <dgm:cxn modelId="{16CDEB09-831E-CD48-8799-4A2A5FF69172}" type="presOf" srcId="{C19375ED-6D0E-4D92-9190-15AACBF91EED}" destId="{D16D8DE7-0441-4D45-B1B6-D8D36F69E928}" srcOrd="0" destOrd="1" presId="urn:microsoft.com/office/officeart/2005/8/layout/default"/>
    <dgm:cxn modelId="{01A83B1B-5B1A-4342-80D3-5EBC17DF025E}" srcId="{66AF6175-D653-42C9-AE37-B569EAF75531}" destId="{4F5C8A72-BB35-4A5E-A551-1CE35210994D}" srcOrd="1" destOrd="0" parTransId="{4486ABAB-3482-4914-AD53-3541B073C3BC}" sibTransId="{54FC06C2-E339-4770-871F-21A61A9F58F7}"/>
    <dgm:cxn modelId="{66114220-D43B-4B45-9ABC-1C50692EDEC6}" srcId="{7AC22CCE-5CF8-4051-853A-972C2F4655D3}" destId="{66AF6175-D653-42C9-AE37-B569EAF75531}" srcOrd="1" destOrd="0" parTransId="{E97810CF-C3D0-4990-A9E8-9F8B36198B4C}" sibTransId="{F88C4697-BC34-446C-A7DD-0771694D21C4}"/>
    <dgm:cxn modelId="{C826D62B-1E17-394D-B2D2-D4644137F043}" type="presOf" srcId="{7D5D2CF0-2594-431F-9B26-D086DEE2E4D1}" destId="{D16D8DE7-0441-4D45-B1B6-D8D36F69E928}" srcOrd="0" destOrd="2" presId="urn:microsoft.com/office/officeart/2005/8/layout/default"/>
    <dgm:cxn modelId="{0B27FF36-998C-42D3-9CE0-41639DBEC199}" srcId="{66AF6175-D653-42C9-AE37-B569EAF75531}" destId="{2D4376EB-EE01-4A49-9445-C2912A817AD8}" srcOrd="3" destOrd="0" parTransId="{9A783BF9-9C1C-4173-B41E-04953F5F87ED}" sibTransId="{E89625FD-110A-454B-9BC0-F76306C693EA}"/>
    <dgm:cxn modelId="{1934C339-483D-1F47-9457-41CF91708DE7}" type="presOf" srcId="{52333066-6366-4B2D-A467-10D5D142C824}" destId="{D16D8DE7-0441-4D45-B1B6-D8D36F69E928}" srcOrd="0" destOrd="0" presId="urn:microsoft.com/office/officeart/2005/8/layout/default"/>
    <dgm:cxn modelId="{26559244-9722-46B5-83D3-E50D8B4813FC}" srcId="{52333066-6366-4B2D-A467-10D5D142C824}" destId="{C19375ED-6D0E-4D92-9190-15AACBF91EED}" srcOrd="0" destOrd="0" parTransId="{0ADD87F1-24C1-44A3-BA13-56D4363A778B}" sibTransId="{3CD403A1-0F28-4F2B-8F91-9FF9E1481852}"/>
    <dgm:cxn modelId="{1076B652-C97A-9342-850F-A14E572CCE65}" type="presOf" srcId="{FDDDFC28-F535-4A36-8E80-86B9738BCCAE}" destId="{D16D8DE7-0441-4D45-B1B6-D8D36F69E928}" srcOrd="0" destOrd="4" presId="urn:microsoft.com/office/officeart/2005/8/layout/default"/>
    <dgm:cxn modelId="{4DD79459-2089-4B27-BF94-03C13D601D9E}" srcId="{66AF6175-D653-42C9-AE37-B569EAF75531}" destId="{DF71718A-26DB-4078-B1AB-AD005C5939AE}" srcOrd="2" destOrd="0" parTransId="{9F9AB6FB-4A00-4E11-ABEE-5F9DCADA4206}" sibTransId="{D40E0B08-4C96-424B-91DF-BBF5384F6981}"/>
    <dgm:cxn modelId="{3DD7755A-4C05-7545-8BED-FFEF5C5B75CB}" type="presOf" srcId="{66AF6175-D653-42C9-AE37-B569EAF75531}" destId="{9BE65DAD-C7DF-C040-A404-7C13965D46FB}" srcOrd="0" destOrd="0" presId="urn:microsoft.com/office/officeart/2005/8/layout/default"/>
    <dgm:cxn modelId="{1A0E585C-6687-B240-8257-CB71FEA77273}" type="presOf" srcId="{7AC22CCE-5CF8-4051-853A-972C2F4655D3}" destId="{34C24084-492F-E342-85AF-FA74B4244C3F}" srcOrd="0" destOrd="0" presId="urn:microsoft.com/office/officeart/2005/8/layout/default"/>
    <dgm:cxn modelId="{942FB55D-58CF-6140-8DFC-2F682CFCF526}" type="presOf" srcId="{2D4376EB-EE01-4A49-9445-C2912A817AD8}" destId="{9BE65DAD-C7DF-C040-A404-7C13965D46FB}" srcOrd="0" destOrd="4" presId="urn:microsoft.com/office/officeart/2005/8/layout/default"/>
    <dgm:cxn modelId="{4316BF60-9624-5D49-9E37-9AABEF8C88F3}" type="presOf" srcId="{DF71718A-26DB-4078-B1AB-AD005C5939AE}" destId="{9BE65DAD-C7DF-C040-A404-7C13965D46FB}" srcOrd="0" destOrd="3" presId="urn:microsoft.com/office/officeart/2005/8/layout/default"/>
    <dgm:cxn modelId="{5D70DC6A-279E-4731-BF0B-A9C672F7CE8A}" srcId="{66AF6175-D653-42C9-AE37-B569EAF75531}" destId="{64D79D35-AD6E-4D0D-A9FD-D947A50FFC61}" srcOrd="0" destOrd="0" parTransId="{99EA72AF-9B65-42F6-A039-47B5093CA515}" sibTransId="{06E1FD41-57E4-4F67-88CC-10FE1AB80247}"/>
    <dgm:cxn modelId="{17CA5E7B-55FB-491A-AEF4-2573C8AA448C}" srcId="{C19375ED-6D0E-4D92-9190-15AACBF91EED}" destId="{FDDDFC28-F535-4A36-8E80-86B9738BCCAE}" srcOrd="2" destOrd="0" parTransId="{EA490DA8-914B-43E8-96EA-E0482FA2CF38}" sibTransId="{5FF2195A-67A4-4BD5-A9F8-B6F4D53AADEF}"/>
    <dgm:cxn modelId="{B567D97F-8AE1-4A9B-8301-84D84C64CC4D}" srcId="{C19375ED-6D0E-4D92-9190-15AACBF91EED}" destId="{7D5D2CF0-2594-431F-9B26-D086DEE2E4D1}" srcOrd="0" destOrd="0" parTransId="{7ADD89CC-3D1A-4162-85A6-CB49B8A497FC}" sibTransId="{6FB08D15-7299-4F45-B9D3-0689D0A87238}"/>
    <dgm:cxn modelId="{5F8D7580-7E95-4213-9BB8-ACA684573699}" srcId="{66AF6175-D653-42C9-AE37-B569EAF75531}" destId="{0ED8C2DE-BBA9-41F6-A0C8-E9EDA0C6D37C}" srcOrd="4" destOrd="0" parTransId="{055C3A89-F1E0-4DA2-863D-55C394851807}" sibTransId="{2AFC3A25-C579-4F60-8C1B-3E4666D4619D}"/>
    <dgm:cxn modelId="{73B028A8-1C93-6A4C-9DDB-19C8C3DDB0B2}" type="presOf" srcId="{4F5C8A72-BB35-4A5E-A551-1CE35210994D}" destId="{9BE65DAD-C7DF-C040-A404-7C13965D46FB}" srcOrd="0" destOrd="2" presId="urn:microsoft.com/office/officeart/2005/8/layout/default"/>
    <dgm:cxn modelId="{5ACE3DB0-EEE1-434C-97B4-C0E6F49924AC}" type="presOf" srcId="{958AB486-85B5-4A0A-BADC-9E55780C374F}" destId="{D16D8DE7-0441-4D45-B1B6-D8D36F69E928}" srcOrd="0" destOrd="3" presId="urn:microsoft.com/office/officeart/2005/8/layout/default"/>
    <dgm:cxn modelId="{A0F4A1C2-5F43-40C6-BDD6-ABDD446822F0}" srcId="{C19375ED-6D0E-4D92-9190-15AACBF91EED}" destId="{958AB486-85B5-4A0A-BADC-9E55780C374F}" srcOrd="1" destOrd="0" parTransId="{C5CF9936-04AF-4362-B52E-4EE1EA49F51A}" sibTransId="{9F4AF073-E7A3-431B-8258-9A3BAB415D30}"/>
    <dgm:cxn modelId="{E27DEAC7-4286-0242-81AF-BAAD8838FBDE}" type="presOf" srcId="{0ED8C2DE-BBA9-41F6-A0C8-E9EDA0C6D37C}" destId="{9BE65DAD-C7DF-C040-A404-7C13965D46FB}" srcOrd="0" destOrd="5" presId="urn:microsoft.com/office/officeart/2005/8/layout/default"/>
    <dgm:cxn modelId="{F54FE7D2-10AF-490A-AE25-4DE9C09C9873}" srcId="{7AC22CCE-5CF8-4051-853A-972C2F4655D3}" destId="{52333066-6366-4B2D-A467-10D5D142C824}" srcOrd="0" destOrd="0" parTransId="{D53F7D0D-37D3-40BA-AB1E-88097C5233DB}" sibTransId="{BFBDD4A6-B567-42EE-9F26-AE1C3BF529F2}"/>
    <dgm:cxn modelId="{7DDA60F9-1722-BC4C-95F4-915417620F62}" type="presOf" srcId="{64D79D35-AD6E-4D0D-A9FD-D947A50FFC61}" destId="{9BE65DAD-C7DF-C040-A404-7C13965D46FB}" srcOrd="0" destOrd="1" presId="urn:microsoft.com/office/officeart/2005/8/layout/default"/>
    <dgm:cxn modelId="{ED952688-81E3-8241-85A7-5B1C17DD20FA}" type="presParOf" srcId="{34C24084-492F-E342-85AF-FA74B4244C3F}" destId="{D16D8DE7-0441-4D45-B1B6-D8D36F69E928}" srcOrd="0" destOrd="0" presId="urn:microsoft.com/office/officeart/2005/8/layout/default"/>
    <dgm:cxn modelId="{AFF335EF-0B23-A54D-B483-9EB68B9F1A5F}" type="presParOf" srcId="{34C24084-492F-E342-85AF-FA74B4244C3F}" destId="{18199CC5-3C55-7C46-8DC6-7F56CA9AA4B1}" srcOrd="1" destOrd="0" presId="urn:microsoft.com/office/officeart/2005/8/layout/default"/>
    <dgm:cxn modelId="{E96AF489-F903-A44D-8432-F2CAC5069FF2}" type="presParOf" srcId="{34C24084-492F-E342-85AF-FA74B4244C3F}" destId="{9BE65DAD-C7DF-C040-A404-7C13965D46FB}" srcOrd="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44179E7D-3C69-46F0-9DF7-6494F01CF9D9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EED4E685-7456-48FF-ADEF-E3929EFCB4B0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b="1"/>
            <a:t>Déséquilibre important</a:t>
          </a:r>
          <a:endParaRPr lang="en-US"/>
        </a:p>
      </dgm:t>
    </dgm:pt>
    <dgm:pt modelId="{872990AF-05BA-4321-8DA7-1A53D8F8A540}" type="parTrans" cxnId="{5C70059C-E9D9-4CCD-9885-5E6770448B6C}">
      <dgm:prSet/>
      <dgm:spPr/>
      <dgm:t>
        <a:bodyPr/>
        <a:lstStyle/>
        <a:p>
          <a:endParaRPr lang="en-US"/>
        </a:p>
      </dgm:t>
    </dgm:pt>
    <dgm:pt modelId="{6AA0651A-AED0-4B84-A566-E0CB5F539482}" type="sibTrans" cxnId="{5C70059C-E9D9-4CCD-9885-5E6770448B6C}">
      <dgm:prSet/>
      <dgm:spPr/>
      <dgm:t>
        <a:bodyPr/>
        <a:lstStyle/>
        <a:p>
          <a:endParaRPr lang="en-US"/>
        </a:p>
      </dgm:t>
    </dgm:pt>
    <dgm:pt modelId="{7C2D6E7A-B5C9-4CE4-9BB4-216B9696055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Classe 0 (bons)</a:t>
          </a:r>
          <a:r>
            <a:rPr lang="en-US"/>
            <a:t> : 91 907 (91,9%)</a:t>
          </a:r>
        </a:p>
      </dgm:t>
    </dgm:pt>
    <dgm:pt modelId="{35F41E8A-49D1-437A-8F25-5E5ED9737064}" type="parTrans" cxnId="{84F421C4-27C7-4319-8068-ACC2FAA2BC09}">
      <dgm:prSet/>
      <dgm:spPr/>
      <dgm:t>
        <a:bodyPr/>
        <a:lstStyle/>
        <a:p>
          <a:endParaRPr lang="en-US"/>
        </a:p>
      </dgm:t>
    </dgm:pt>
    <dgm:pt modelId="{8E2504A8-9E52-4B08-A1CC-DA0B2583E663}" type="sibTrans" cxnId="{84F421C4-27C7-4319-8068-ACC2FAA2BC09}">
      <dgm:prSet/>
      <dgm:spPr/>
      <dgm:t>
        <a:bodyPr/>
        <a:lstStyle/>
        <a:p>
          <a:endParaRPr lang="en-US"/>
        </a:p>
      </dgm:t>
    </dgm:pt>
    <dgm:pt modelId="{D0F68781-5CC3-4329-8A8F-E30F1EB585F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Classe 1 (défauts)</a:t>
          </a:r>
          <a:r>
            <a:rPr lang="en-US"/>
            <a:t> : 8 093 (8,1%)</a:t>
          </a:r>
        </a:p>
      </dgm:t>
    </dgm:pt>
    <dgm:pt modelId="{D260164A-7A82-4534-B51D-CFF501A649CC}" type="parTrans" cxnId="{CD76038F-3740-467A-86FF-07AD559D7DEA}">
      <dgm:prSet/>
      <dgm:spPr/>
      <dgm:t>
        <a:bodyPr/>
        <a:lstStyle/>
        <a:p>
          <a:endParaRPr lang="en-US"/>
        </a:p>
      </dgm:t>
    </dgm:pt>
    <dgm:pt modelId="{C6CD4F14-152C-4114-90ED-BB2B44BB1D95}" type="sibTrans" cxnId="{CD76038F-3740-467A-86FF-07AD559D7DEA}">
      <dgm:prSet/>
      <dgm:spPr/>
      <dgm:t>
        <a:bodyPr/>
        <a:lstStyle/>
        <a:p>
          <a:endParaRPr lang="en-US"/>
        </a:p>
      </dgm:t>
    </dgm:pt>
    <dgm:pt modelId="{BBC03C19-6CB4-43DB-9240-F11D3CA5153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Total</a:t>
          </a:r>
          <a:r>
            <a:rPr lang="en-US"/>
            <a:t> : 100 000 observations</a:t>
          </a:r>
        </a:p>
      </dgm:t>
    </dgm:pt>
    <dgm:pt modelId="{9D36BD36-252E-4AD2-B265-3550D8EF0CAE}" type="parTrans" cxnId="{942F3BEE-9F87-46DF-AF75-965F39B2B14A}">
      <dgm:prSet/>
      <dgm:spPr/>
      <dgm:t>
        <a:bodyPr/>
        <a:lstStyle/>
        <a:p>
          <a:endParaRPr lang="en-US"/>
        </a:p>
      </dgm:t>
    </dgm:pt>
    <dgm:pt modelId="{4B83B5A6-CA83-455D-8723-DA6A80035634}" type="sibTrans" cxnId="{942F3BEE-9F87-46DF-AF75-965F39B2B14A}">
      <dgm:prSet/>
      <dgm:spPr/>
      <dgm:t>
        <a:bodyPr/>
        <a:lstStyle/>
        <a:p>
          <a:endParaRPr lang="en-US"/>
        </a:p>
      </dgm:t>
    </dgm:pt>
    <dgm:pt modelId="{6155F52A-C451-48F7-B6C8-CF92598D882B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b="1"/>
            <a:t>Conséquences</a:t>
          </a:r>
          <a:endParaRPr lang="en-US"/>
        </a:p>
      </dgm:t>
    </dgm:pt>
    <dgm:pt modelId="{698A51B1-0697-4721-950C-7CE969A9B9FE}" type="parTrans" cxnId="{E4A7E42F-B15D-488F-9B38-46F72D4C9CC0}">
      <dgm:prSet/>
      <dgm:spPr/>
      <dgm:t>
        <a:bodyPr/>
        <a:lstStyle/>
        <a:p>
          <a:endParaRPr lang="en-US"/>
        </a:p>
      </dgm:t>
    </dgm:pt>
    <dgm:pt modelId="{0594BC9D-781F-4EB6-A77A-B66E995D2CB8}" type="sibTrans" cxnId="{E4A7E42F-B15D-488F-9B38-46F72D4C9CC0}">
      <dgm:prSet/>
      <dgm:spPr/>
      <dgm:t>
        <a:bodyPr/>
        <a:lstStyle/>
        <a:p>
          <a:endParaRPr lang="en-US"/>
        </a:p>
      </dgm:t>
    </dgm:pt>
    <dgm:pt modelId="{64D4CDA7-6172-4FBD-9BE6-A00A0BF3737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Risque de modèle biaisé</a:t>
          </a:r>
        </a:p>
      </dgm:t>
    </dgm:pt>
    <dgm:pt modelId="{0829BC2D-7917-4182-8731-6BA99E94CD74}" type="parTrans" cxnId="{6EC1D011-A4F6-41BC-BCBF-33EAF5B9D759}">
      <dgm:prSet/>
      <dgm:spPr/>
      <dgm:t>
        <a:bodyPr/>
        <a:lstStyle/>
        <a:p>
          <a:endParaRPr lang="en-US"/>
        </a:p>
      </dgm:t>
    </dgm:pt>
    <dgm:pt modelId="{419A90CC-9CA5-4AD0-A759-88F65D12F74F}" type="sibTrans" cxnId="{6EC1D011-A4F6-41BC-BCBF-33EAF5B9D759}">
      <dgm:prSet/>
      <dgm:spPr/>
      <dgm:t>
        <a:bodyPr/>
        <a:lstStyle/>
        <a:p>
          <a:endParaRPr lang="en-US"/>
        </a:p>
      </dgm:t>
    </dgm:pt>
    <dgm:pt modelId="{B58F38DB-6FE3-4CC2-8386-56AFCBCDA81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Nécessité de techniques de rééquilibrage</a:t>
          </a:r>
        </a:p>
      </dgm:t>
    </dgm:pt>
    <dgm:pt modelId="{2D20ED65-5F60-49E8-B64D-E2C71C675880}" type="parTrans" cxnId="{73425DF6-E4A6-4974-80DE-1A2A7479E038}">
      <dgm:prSet/>
      <dgm:spPr/>
      <dgm:t>
        <a:bodyPr/>
        <a:lstStyle/>
        <a:p>
          <a:endParaRPr lang="en-US"/>
        </a:p>
      </dgm:t>
    </dgm:pt>
    <dgm:pt modelId="{09E71B29-3048-4DF7-BD07-1A9D4A1714CD}" type="sibTrans" cxnId="{73425DF6-E4A6-4974-80DE-1A2A7479E038}">
      <dgm:prSet/>
      <dgm:spPr/>
      <dgm:t>
        <a:bodyPr/>
        <a:lstStyle/>
        <a:p>
          <a:endParaRPr lang="en-US"/>
        </a:p>
      </dgm:t>
    </dgm:pt>
    <dgm:pt modelId="{84923FDE-5865-4DD3-80BE-38F74D5B2F0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SMOTE, pondération, sous-échantillonnage</a:t>
          </a:r>
        </a:p>
      </dgm:t>
    </dgm:pt>
    <dgm:pt modelId="{FE289F6C-BC99-4EEB-8946-F61C91A89817}" type="parTrans" cxnId="{B387C242-98DB-4B05-B19C-1DE77FF7F780}">
      <dgm:prSet/>
      <dgm:spPr/>
      <dgm:t>
        <a:bodyPr/>
        <a:lstStyle/>
        <a:p>
          <a:endParaRPr lang="en-US"/>
        </a:p>
      </dgm:t>
    </dgm:pt>
    <dgm:pt modelId="{4FE3226F-822A-4BB0-B196-6661B5F3FA1C}" type="sibTrans" cxnId="{B387C242-98DB-4B05-B19C-1DE77FF7F780}">
      <dgm:prSet/>
      <dgm:spPr/>
      <dgm:t>
        <a:bodyPr/>
        <a:lstStyle/>
        <a:p>
          <a:endParaRPr lang="en-US"/>
        </a:p>
      </dgm:t>
    </dgm:pt>
    <dgm:pt modelId="{E3DDD880-BA92-4205-A6A3-CF74586BFD8C}" type="pres">
      <dgm:prSet presAssocID="{44179E7D-3C69-46F0-9DF7-6494F01CF9D9}" presName="root" presStyleCnt="0">
        <dgm:presLayoutVars>
          <dgm:dir/>
          <dgm:resizeHandles val="exact"/>
        </dgm:presLayoutVars>
      </dgm:prSet>
      <dgm:spPr/>
    </dgm:pt>
    <dgm:pt modelId="{DBE9CFBD-AC8C-4B8B-A68D-CBFB106EF06B}" type="pres">
      <dgm:prSet presAssocID="{EED4E685-7456-48FF-ADEF-E3929EFCB4B0}" presName="compNode" presStyleCnt="0"/>
      <dgm:spPr/>
    </dgm:pt>
    <dgm:pt modelId="{FC0CF7C3-ED40-4E30-A8A0-3F8B31B12A8C}" type="pres">
      <dgm:prSet presAssocID="{EED4E685-7456-48FF-ADEF-E3929EFCB4B0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asse"/>
        </a:ext>
      </dgm:extLst>
    </dgm:pt>
    <dgm:pt modelId="{40CE0D9E-AF1F-4167-B808-C2B60872154E}" type="pres">
      <dgm:prSet presAssocID="{EED4E685-7456-48FF-ADEF-E3929EFCB4B0}" presName="iconSpace" presStyleCnt="0"/>
      <dgm:spPr/>
    </dgm:pt>
    <dgm:pt modelId="{0D9D35BB-05B8-4B8D-A6D6-A18EEFB736A9}" type="pres">
      <dgm:prSet presAssocID="{EED4E685-7456-48FF-ADEF-E3929EFCB4B0}" presName="parTx" presStyleLbl="revTx" presStyleIdx="0" presStyleCnt="4">
        <dgm:presLayoutVars>
          <dgm:chMax val="0"/>
          <dgm:chPref val="0"/>
        </dgm:presLayoutVars>
      </dgm:prSet>
      <dgm:spPr/>
    </dgm:pt>
    <dgm:pt modelId="{994E1A84-C9D0-423F-B171-9FE660AED3A5}" type="pres">
      <dgm:prSet presAssocID="{EED4E685-7456-48FF-ADEF-E3929EFCB4B0}" presName="txSpace" presStyleCnt="0"/>
      <dgm:spPr/>
    </dgm:pt>
    <dgm:pt modelId="{DD8E8A94-0149-4CCE-ADD9-432C30402931}" type="pres">
      <dgm:prSet presAssocID="{EED4E685-7456-48FF-ADEF-E3929EFCB4B0}" presName="desTx" presStyleLbl="revTx" presStyleIdx="1" presStyleCnt="4">
        <dgm:presLayoutVars/>
      </dgm:prSet>
      <dgm:spPr/>
    </dgm:pt>
    <dgm:pt modelId="{DCC88E49-C13D-4B80-8030-A99895A67FDE}" type="pres">
      <dgm:prSet presAssocID="{6AA0651A-AED0-4B84-A566-E0CB5F539482}" presName="sibTrans" presStyleCnt="0"/>
      <dgm:spPr/>
    </dgm:pt>
    <dgm:pt modelId="{C23A3598-7FAE-4EAB-84B3-75470ED9E478}" type="pres">
      <dgm:prSet presAssocID="{6155F52A-C451-48F7-B6C8-CF92598D882B}" presName="compNode" presStyleCnt="0"/>
      <dgm:spPr/>
    </dgm:pt>
    <dgm:pt modelId="{CA8374A2-3D09-4DD3-BE27-2CB56B63B4A1}" type="pres">
      <dgm:prSet presAssocID="{6155F52A-C451-48F7-B6C8-CF92598D882B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che"/>
        </a:ext>
      </dgm:extLst>
    </dgm:pt>
    <dgm:pt modelId="{27CA854D-7960-4679-8EAA-F8896E0F681F}" type="pres">
      <dgm:prSet presAssocID="{6155F52A-C451-48F7-B6C8-CF92598D882B}" presName="iconSpace" presStyleCnt="0"/>
      <dgm:spPr/>
    </dgm:pt>
    <dgm:pt modelId="{D7FE9194-3A61-4CCF-99F3-29C05A6FFA66}" type="pres">
      <dgm:prSet presAssocID="{6155F52A-C451-48F7-B6C8-CF92598D882B}" presName="parTx" presStyleLbl="revTx" presStyleIdx="2" presStyleCnt="4">
        <dgm:presLayoutVars>
          <dgm:chMax val="0"/>
          <dgm:chPref val="0"/>
        </dgm:presLayoutVars>
      </dgm:prSet>
      <dgm:spPr/>
    </dgm:pt>
    <dgm:pt modelId="{AFE157B2-D50B-402C-8AE3-A13A1E5688C2}" type="pres">
      <dgm:prSet presAssocID="{6155F52A-C451-48F7-B6C8-CF92598D882B}" presName="txSpace" presStyleCnt="0"/>
      <dgm:spPr/>
    </dgm:pt>
    <dgm:pt modelId="{606970A8-ED6B-4A16-B528-869AFF05714A}" type="pres">
      <dgm:prSet presAssocID="{6155F52A-C451-48F7-B6C8-CF92598D882B}" presName="desTx" presStyleLbl="revTx" presStyleIdx="3" presStyleCnt="4">
        <dgm:presLayoutVars/>
      </dgm:prSet>
      <dgm:spPr/>
    </dgm:pt>
  </dgm:ptLst>
  <dgm:cxnLst>
    <dgm:cxn modelId="{AED8AA0D-5B20-C846-959A-89E11DA8A3AE}" type="presOf" srcId="{6155F52A-C451-48F7-B6C8-CF92598D882B}" destId="{D7FE9194-3A61-4CCF-99F3-29C05A6FFA66}" srcOrd="0" destOrd="0" presId="urn:microsoft.com/office/officeart/2018/5/layout/CenteredIconLabelDescriptionList"/>
    <dgm:cxn modelId="{6EC1D011-A4F6-41BC-BCBF-33EAF5B9D759}" srcId="{6155F52A-C451-48F7-B6C8-CF92598D882B}" destId="{64D4CDA7-6172-4FBD-9BE6-A00A0BF3737E}" srcOrd="0" destOrd="0" parTransId="{0829BC2D-7917-4182-8731-6BA99E94CD74}" sibTransId="{419A90CC-9CA5-4AD0-A759-88F65D12F74F}"/>
    <dgm:cxn modelId="{E4A7E42F-B15D-488F-9B38-46F72D4C9CC0}" srcId="{44179E7D-3C69-46F0-9DF7-6494F01CF9D9}" destId="{6155F52A-C451-48F7-B6C8-CF92598D882B}" srcOrd="1" destOrd="0" parTransId="{698A51B1-0697-4721-950C-7CE969A9B9FE}" sibTransId="{0594BC9D-781F-4EB6-A77A-B66E995D2CB8}"/>
    <dgm:cxn modelId="{2B3EC63A-5B3B-104F-A56C-8A8DE71AD903}" type="presOf" srcId="{D0F68781-5CC3-4329-8A8F-E30F1EB585FD}" destId="{DD8E8A94-0149-4CCE-ADD9-432C30402931}" srcOrd="0" destOrd="1" presId="urn:microsoft.com/office/officeart/2018/5/layout/CenteredIconLabelDescriptionList"/>
    <dgm:cxn modelId="{B387C242-98DB-4B05-B19C-1DE77FF7F780}" srcId="{6155F52A-C451-48F7-B6C8-CF92598D882B}" destId="{84923FDE-5865-4DD3-80BE-38F74D5B2F08}" srcOrd="2" destOrd="0" parTransId="{FE289F6C-BC99-4EEB-8946-F61C91A89817}" sibTransId="{4FE3226F-822A-4BB0-B196-6661B5F3FA1C}"/>
    <dgm:cxn modelId="{3E010B43-24F6-6241-8911-9973FC4C1922}" type="presOf" srcId="{7C2D6E7A-B5C9-4CE4-9BB4-216B96960552}" destId="{DD8E8A94-0149-4CCE-ADD9-432C30402931}" srcOrd="0" destOrd="0" presId="urn:microsoft.com/office/officeart/2018/5/layout/CenteredIconLabelDescriptionList"/>
    <dgm:cxn modelId="{F7745080-DFCB-914A-9C65-4BB596D5B88C}" type="presOf" srcId="{EED4E685-7456-48FF-ADEF-E3929EFCB4B0}" destId="{0D9D35BB-05B8-4B8D-A6D6-A18EEFB736A9}" srcOrd="0" destOrd="0" presId="urn:microsoft.com/office/officeart/2018/5/layout/CenteredIconLabelDescriptionList"/>
    <dgm:cxn modelId="{2A3EBC86-7E29-EC42-AD16-D20E816A2EDB}" type="presOf" srcId="{B58F38DB-6FE3-4CC2-8386-56AFCBCDA814}" destId="{606970A8-ED6B-4A16-B528-869AFF05714A}" srcOrd="0" destOrd="1" presId="urn:microsoft.com/office/officeart/2018/5/layout/CenteredIconLabelDescriptionList"/>
    <dgm:cxn modelId="{8C8BF18D-5CF2-3F4D-A95E-C37034AF0327}" type="presOf" srcId="{64D4CDA7-6172-4FBD-9BE6-A00A0BF3737E}" destId="{606970A8-ED6B-4A16-B528-869AFF05714A}" srcOrd="0" destOrd="0" presId="urn:microsoft.com/office/officeart/2018/5/layout/CenteredIconLabelDescriptionList"/>
    <dgm:cxn modelId="{CD76038F-3740-467A-86FF-07AD559D7DEA}" srcId="{EED4E685-7456-48FF-ADEF-E3929EFCB4B0}" destId="{D0F68781-5CC3-4329-8A8F-E30F1EB585FD}" srcOrd="1" destOrd="0" parTransId="{D260164A-7A82-4534-B51D-CFF501A649CC}" sibTransId="{C6CD4F14-152C-4114-90ED-BB2B44BB1D95}"/>
    <dgm:cxn modelId="{5C70059C-E9D9-4CCD-9885-5E6770448B6C}" srcId="{44179E7D-3C69-46F0-9DF7-6494F01CF9D9}" destId="{EED4E685-7456-48FF-ADEF-E3929EFCB4B0}" srcOrd="0" destOrd="0" parTransId="{872990AF-05BA-4321-8DA7-1A53D8F8A540}" sibTransId="{6AA0651A-AED0-4B84-A566-E0CB5F539482}"/>
    <dgm:cxn modelId="{4A50E7AA-2D9B-0E4A-BFB1-34384D79205A}" type="presOf" srcId="{84923FDE-5865-4DD3-80BE-38F74D5B2F08}" destId="{606970A8-ED6B-4A16-B528-869AFF05714A}" srcOrd="0" destOrd="2" presId="urn:microsoft.com/office/officeart/2018/5/layout/CenteredIconLabelDescriptionList"/>
    <dgm:cxn modelId="{9250C2BB-793F-174A-8207-72F958CD61C6}" type="presOf" srcId="{BBC03C19-6CB4-43DB-9240-F11D3CA51538}" destId="{DD8E8A94-0149-4CCE-ADD9-432C30402931}" srcOrd="0" destOrd="2" presId="urn:microsoft.com/office/officeart/2018/5/layout/CenteredIconLabelDescriptionList"/>
    <dgm:cxn modelId="{84F421C4-27C7-4319-8068-ACC2FAA2BC09}" srcId="{EED4E685-7456-48FF-ADEF-E3929EFCB4B0}" destId="{7C2D6E7A-B5C9-4CE4-9BB4-216B96960552}" srcOrd="0" destOrd="0" parTransId="{35F41E8A-49D1-437A-8F25-5E5ED9737064}" sibTransId="{8E2504A8-9E52-4B08-A1CC-DA0B2583E663}"/>
    <dgm:cxn modelId="{375CF8D3-39C8-0346-BD3E-7DA4D7FBEDCC}" type="presOf" srcId="{44179E7D-3C69-46F0-9DF7-6494F01CF9D9}" destId="{E3DDD880-BA92-4205-A6A3-CF74586BFD8C}" srcOrd="0" destOrd="0" presId="urn:microsoft.com/office/officeart/2018/5/layout/CenteredIconLabelDescriptionList"/>
    <dgm:cxn modelId="{942F3BEE-9F87-46DF-AF75-965F39B2B14A}" srcId="{EED4E685-7456-48FF-ADEF-E3929EFCB4B0}" destId="{BBC03C19-6CB4-43DB-9240-F11D3CA51538}" srcOrd="2" destOrd="0" parTransId="{9D36BD36-252E-4AD2-B265-3550D8EF0CAE}" sibTransId="{4B83B5A6-CA83-455D-8723-DA6A80035634}"/>
    <dgm:cxn modelId="{73425DF6-E4A6-4974-80DE-1A2A7479E038}" srcId="{6155F52A-C451-48F7-B6C8-CF92598D882B}" destId="{B58F38DB-6FE3-4CC2-8386-56AFCBCDA814}" srcOrd="1" destOrd="0" parTransId="{2D20ED65-5F60-49E8-B64D-E2C71C675880}" sibTransId="{09E71B29-3048-4DF7-BD07-1A9D4A1714CD}"/>
    <dgm:cxn modelId="{88D2674C-BD17-C04A-AAD6-347412F459DD}" type="presParOf" srcId="{E3DDD880-BA92-4205-A6A3-CF74586BFD8C}" destId="{DBE9CFBD-AC8C-4B8B-A68D-CBFB106EF06B}" srcOrd="0" destOrd="0" presId="urn:microsoft.com/office/officeart/2018/5/layout/CenteredIconLabelDescriptionList"/>
    <dgm:cxn modelId="{2DE75AD4-2270-9E43-B3E8-AE9DF79B75AF}" type="presParOf" srcId="{DBE9CFBD-AC8C-4B8B-A68D-CBFB106EF06B}" destId="{FC0CF7C3-ED40-4E30-A8A0-3F8B31B12A8C}" srcOrd="0" destOrd="0" presId="urn:microsoft.com/office/officeart/2018/5/layout/CenteredIconLabelDescriptionList"/>
    <dgm:cxn modelId="{15964633-3E41-8041-A5C1-AAA501442ABE}" type="presParOf" srcId="{DBE9CFBD-AC8C-4B8B-A68D-CBFB106EF06B}" destId="{40CE0D9E-AF1F-4167-B808-C2B60872154E}" srcOrd="1" destOrd="0" presId="urn:microsoft.com/office/officeart/2018/5/layout/CenteredIconLabelDescriptionList"/>
    <dgm:cxn modelId="{C6457E42-4848-8A4B-AAE4-39325378558A}" type="presParOf" srcId="{DBE9CFBD-AC8C-4B8B-A68D-CBFB106EF06B}" destId="{0D9D35BB-05B8-4B8D-A6D6-A18EEFB736A9}" srcOrd="2" destOrd="0" presId="urn:microsoft.com/office/officeart/2018/5/layout/CenteredIconLabelDescriptionList"/>
    <dgm:cxn modelId="{97540FC0-8688-2940-828E-A85993BBA2F8}" type="presParOf" srcId="{DBE9CFBD-AC8C-4B8B-A68D-CBFB106EF06B}" destId="{994E1A84-C9D0-423F-B171-9FE660AED3A5}" srcOrd="3" destOrd="0" presId="urn:microsoft.com/office/officeart/2018/5/layout/CenteredIconLabelDescriptionList"/>
    <dgm:cxn modelId="{697ACD04-6F8E-6D4D-BEEA-6CCBC5FD6529}" type="presParOf" srcId="{DBE9CFBD-AC8C-4B8B-A68D-CBFB106EF06B}" destId="{DD8E8A94-0149-4CCE-ADD9-432C30402931}" srcOrd="4" destOrd="0" presId="urn:microsoft.com/office/officeart/2018/5/layout/CenteredIconLabelDescriptionList"/>
    <dgm:cxn modelId="{25BE5003-08CC-DB49-8BA8-D47DCFC2BBCC}" type="presParOf" srcId="{E3DDD880-BA92-4205-A6A3-CF74586BFD8C}" destId="{DCC88E49-C13D-4B80-8030-A99895A67FDE}" srcOrd="1" destOrd="0" presId="urn:microsoft.com/office/officeart/2018/5/layout/CenteredIconLabelDescriptionList"/>
    <dgm:cxn modelId="{CC1FFF82-87B2-594B-9070-77FB95641225}" type="presParOf" srcId="{E3DDD880-BA92-4205-A6A3-CF74586BFD8C}" destId="{C23A3598-7FAE-4EAB-84B3-75470ED9E478}" srcOrd="2" destOrd="0" presId="urn:microsoft.com/office/officeart/2018/5/layout/CenteredIconLabelDescriptionList"/>
    <dgm:cxn modelId="{2BA938AE-48F7-2F4B-8FEC-D3390A0E3528}" type="presParOf" srcId="{C23A3598-7FAE-4EAB-84B3-75470ED9E478}" destId="{CA8374A2-3D09-4DD3-BE27-2CB56B63B4A1}" srcOrd="0" destOrd="0" presId="urn:microsoft.com/office/officeart/2018/5/layout/CenteredIconLabelDescriptionList"/>
    <dgm:cxn modelId="{DC1B01DF-BBFB-D04E-AB42-BEACC5239BA0}" type="presParOf" srcId="{C23A3598-7FAE-4EAB-84B3-75470ED9E478}" destId="{27CA854D-7960-4679-8EAA-F8896E0F681F}" srcOrd="1" destOrd="0" presId="urn:microsoft.com/office/officeart/2018/5/layout/CenteredIconLabelDescriptionList"/>
    <dgm:cxn modelId="{C6BEFC07-EFE3-634B-AA69-D79D538163BD}" type="presParOf" srcId="{C23A3598-7FAE-4EAB-84B3-75470ED9E478}" destId="{D7FE9194-3A61-4CCF-99F3-29C05A6FFA66}" srcOrd="2" destOrd="0" presId="urn:microsoft.com/office/officeart/2018/5/layout/CenteredIconLabelDescriptionList"/>
    <dgm:cxn modelId="{8EE7FE34-9D04-E54D-8C36-A2B17BF8A45C}" type="presParOf" srcId="{C23A3598-7FAE-4EAB-84B3-75470ED9E478}" destId="{AFE157B2-D50B-402C-8AE3-A13A1E5688C2}" srcOrd="3" destOrd="0" presId="urn:microsoft.com/office/officeart/2018/5/layout/CenteredIconLabelDescriptionList"/>
    <dgm:cxn modelId="{FF3E5B5C-C184-D246-B17A-A86D244F74BF}" type="presParOf" srcId="{C23A3598-7FAE-4EAB-84B3-75470ED9E478}" destId="{606970A8-ED6B-4A16-B528-869AFF05714A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A17D59FD-953D-4EB0-9E8F-381DBBE85A64}" type="doc">
      <dgm:prSet loTypeId="urn:microsoft.com/office/officeart/2005/8/layout/vList5" loCatId="list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A9AB6357-4982-449F-B5CE-7A9C38B73423}">
      <dgm:prSet/>
      <dgm:spPr/>
      <dgm:t>
        <a:bodyPr/>
        <a:lstStyle/>
        <a:p>
          <a:r>
            <a:rPr lang="en-US" b="1"/>
            <a:t>Top 5 corrélations négatives (bon signe)</a:t>
          </a:r>
          <a:endParaRPr lang="en-US"/>
        </a:p>
      </dgm:t>
    </dgm:pt>
    <dgm:pt modelId="{9DA72C6F-0E39-4248-AE13-BF840D29C46B}" type="parTrans" cxnId="{CD78BE2B-5ED4-4F30-BBE7-C3510B85FBDF}">
      <dgm:prSet/>
      <dgm:spPr/>
      <dgm:t>
        <a:bodyPr/>
        <a:lstStyle/>
        <a:p>
          <a:endParaRPr lang="en-US"/>
        </a:p>
      </dgm:t>
    </dgm:pt>
    <dgm:pt modelId="{51F153EB-0853-4214-A240-38C985431D3E}" type="sibTrans" cxnId="{CD78BE2B-5ED4-4F30-BBE7-C3510B85FBDF}">
      <dgm:prSet/>
      <dgm:spPr/>
      <dgm:t>
        <a:bodyPr/>
        <a:lstStyle/>
        <a:p>
          <a:endParaRPr lang="en-US"/>
        </a:p>
      </dgm:t>
    </dgm:pt>
    <dgm:pt modelId="{22D1107D-95F5-4208-8DE5-961DC7969CE0}">
      <dgm:prSet/>
      <dgm:spPr/>
      <dgm:t>
        <a:bodyPr/>
        <a:lstStyle/>
        <a:p>
          <a:r>
            <a:rPr lang="en-US"/>
            <a:t>EXT_SOURCE_3 : -0.178</a:t>
          </a:r>
        </a:p>
      </dgm:t>
    </dgm:pt>
    <dgm:pt modelId="{5E34CAB6-5334-4416-9846-DDBC0EFD3A8F}" type="parTrans" cxnId="{0BF38C2C-DF5C-40EB-B855-24984E727CF8}">
      <dgm:prSet/>
      <dgm:spPr/>
      <dgm:t>
        <a:bodyPr/>
        <a:lstStyle/>
        <a:p>
          <a:endParaRPr lang="en-US"/>
        </a:p>
      </dgm:t>
    </dgm:pt>
    <dgm:pt modelId="{B6067BF1-CF5C-46BC-B1D5-C54E5D8B5B15}" type="sibTrans" cxnId="{0BF38C2C-DF5C-40EB-B855-24984E727CF8}">
      <dgm:prSet/>
      <dgm:spPr/>
      <dgm:t>
        <a:bodyPr/>
        <a:lstStyle/>
        <a:p>
          <a:endParaRPr lang="en-US"/>
        </a:p>
      </dgm:t>
    </dgm:pt>
    <dgm:pt modelId="{0A48C62F-5A7A-4EE8-9479-3F0CDC0644F1}">
      <dgm:prSet/>
      <dgm:spPr/>
      <dgm:t>
        <a:bodyPr/>
        <a:lstStyle/>
        <a:p>
          <a:r>
            <a:rPr lang="en-US"/>
            <a:t>EXT_SOURCE_2 : -0.162</a:t>
          </a:r>
        </a:p>
      </dgm:t>
    </dgm:pt>
    <dgm:pt modelId="{5C0EA574-8E59-4115-8A46-D17FB90AA911}" type="parTrans" cxnId="{29C8B7ED-9553-4CAC-AD00-64E26CB1C2A6}">
      <dgm:prSet/>
      <dgm:spPr/>
      <dgm:t>
        <a:bodyPr/>
        <a:lstStyle/>
        <a:p>
          <a:endParaRPr lang="en-US"/>
        </a:p>
      </dgm:t>
    </dgm:pt>
    <dgm:pt modelId="{3D45A5AB-7CD6-45DF-92F6-E85B64E2EF80}" type="sibTrans" cxnId="{29C8B7ED-9553-4CAC-AD00-64E26CB1C2A6}">
      <dgm:prSet/>
      <dgm:spPr/>
      <dgm:t>
        <a:bodyPr/>
        <a:lstStyle/>
        <a:p>
          <a:endParaRPr lang="en-US"/>
        </a:p>
      </dgm:t>
    </dgm:pt>
    <dgm:pt modelId="{7A020F9D-C7FC-45E0-B16E-DDECDE0D1399}">
      <dgm:prSet/>
      <dgm:spPr/>
      <dgm:t>
        <a:bodyPr/>
        <a:lstStyle/>
        <a:p>
          <a:r>
            <a:rPr lang="en-US"/>
            <a:t>EXT_SOURCE_1 : -0.153</a:t>
          </a:r>
        </a:p>
      </dgm:t>
    </dgm:pt>
    <dgm:pt modelId="{9BC40052-C147-418F-9368-47ACC30E9686}" type="parTrans" cxnId="{E0E4CAE9-AA89-432D-802F-95F355F70E4F}">
      <dgm:prSet/>
      <dgm:spPr/>
      <dgm:t>
        <a:bodyPr/>
        <a:lstStyle/>
        <a:p>
          <a:endParaRPr lang="en-US"/>
        </a:p>
      </dgm:t>
    </dgm:pt>
    <dgm:pt modelId="{5EE2E801-855D-4B2E-9AAF-DD37E10F4BFA}" type="sibTrans" cxnId="{E0E4CAE9-AA89-432D-802F-95F355F70E4F}">
      <dgm:prSet/>
      <dgm:spPr/>
      <dgm:t>
        <a:bodyPr/>
        <a:lstStyle/>
        <a:p>
          <a:endParaRPr lang="en-US"/>
        </a:p>
      </dgm:t>
    </dgm:pt>
    <dgm:pt modelId="{BF98BB0F-501B-4617-B0AD-9DC3B02A731F}">
      <dgm:prSet/>
      <dgm:spPr/>
      <dgm:t>
        <a:bodyPr/>
        <a:lstStyle/>
        <a:p>
          <a:r>
            <a:rPr lang="en-US"/>
            <a:t>NAME_EDUCATION_TYPE_Higher : -0.058</a:t>
          </a:r>
        </a:p>
      </dgm:t>
    </dgm:pt>
    <dgm:pt modelId="{8C3E1A53-78B9-49A0-AF43-C709ABEC0E49}" type="parTrans" cxnId="{CF08E882-3FAE-4A24-A659-0A8AA258B1C6}">
      <dgm:prSet/>
      <dgm:spPr/>
      <dgm:t>
        <a:bodyPr/>
        <a:lstStyle/>
        <a:p>
          <a:endParaRPr lang="en-US"/>
        </a:p>
      </dgm:t>
    </dgm:pt>
    <dgm:pt modelId="{8A0B3CF8-C5C1-485A-A142-9127823807E2}" type="sibTrans" cxnId="{CF08E882-3FAE-4A24-A659-0A8AA258B1C6}">
      <dgm:prSet/>
      <dgm:spPr/>
      <dgm:t>
        <a:bodyPr/>
        <a:lstStyle/>
        <a:p>
          <a:endParaRPr lang="en-US"/>
        </a:p>
      </dgm:t>
    </dgm:pt>
    <dgm:pt modelId="{54BE1342-A38B-4937-B51F-F4A8CBA1448D}">
      <dgm:prSet/>
      <dgm:spPr/>
      <dgm:t>
        <a:bodyPr/>
        <a:lstStyle/>
        <a:p>
          <a:r>
            <a:rPr lang="en-US"/>
            <a:t>CODE_GENDER_F : -0.055</a:t>
          </a:r>
        </a:p>
      </dgm:t>
    </dgm:pt>
    <dgm:pt modelId="{CA1C77C9-3EA2-4321-BF88-A6B1160B6CD4}" type="parTrans" cxnId="{B0A0BC17-AF52-473D-A3C8-898593E2B1C1}">
      <dgm:prSet/>
      <dgm:spPr/>
      <dgm:t>
        <a:bodyPr/>
        <a:lstStyle/>
        <a:p>
          <a:endParaRPr lang="en-US"/>
        </a:p>
      </dgm:t>
    </dgm:pt>
    <dgm:pt modelId="{56A72810-891C-4D55-8E7F-25FF037C06CD}" type="sibTrans" cxnId="{B0A0BC17-AF52-473D-A3C8-898593E2B1C1}">
      <dgm:prSet/>
      <dgm:spPr/>
      <dgm:t>
        <a:bodyPr/>
        <a:lstStyle/>
        <a:p>
          <a:endParaRPr lang="en-US"/>
        </a:p>
      </dgm:t>
    </dgm:pt>
    <dgm:pt modelId="{43CE4488-81A4-412C-BF64-DABEB2E6506F}">
      <dgm:prSet/>
      <dgm:spPr/>
      <dgm:t>
        <a:bodyPr/>
        <a:lstStyle/>
        <a:p>
          <a:r>
            <a:rPr lang="en-US" b="1"/>
            <a:t>Top 5 corrélations positives (risque)</a:t>
          </a:r>
          <a:endParaRPr lang="en-US"/>
        </a:p>
      </dgm:t>
    </dgm:pt>
    <dgm:pt modelId="{C4D565EE-4046-4F56-A9D9-F276FDAAEF5E}" type="parTrans" cxnId="{B03D3C88-5FBD-4CD7-AA65-E353EF2A6A92}">
      <dgm:prSet/>
      <dgm:spPr/>
      <dgm:t>
        <a:bodyPr/>
        <a:lstStyle/>
        <a:p>
          <a:endParaRPr lang="en-US"/>
        </a:p>
      </dgm:t>
    </dgm:pt>
    <dgm:pt modelId="{1E9CADB7-9D72-47A4-9EB4-6CA2CEA3467F}" type="sibTrans" cxnId="{B03D3C88-5FBD-4CD7-AA65-E353EF2A6A92}">
      <dgm:prSet/>
      <dgm:spPr/>
      <dgm:t>
        <a:bodyPr/>
        <a:lstStyle/>
        <a:p>
          <a:endParaRPr lang="en-US"/>
        </a:p>
      </dgm:t>
    </dgm:pt>
    <dgm:pt modelId="{D53B0652-1C47-4192-A31A-5832C0C13AD6}">
      <dgm:prSet/>
      <dgm:spPr/>
      <dgm:t>
        <a:bodyPr/>
        <a:lstStyle/>
        <a:p>
          <a:r>
            <a:rPr lang="en-US"/>
            <a:t>DAYS_BIRTH : 0.077</a:t>
          </a:r>
        </a:p>
      </dgm:t>
    </dgm:pt>
    <dgm:pt modelId="{860A2A77-8E9B-481E-BA1D-91E9B78B36CC}" type="parTrans" cxnId="{2BEF1A4F-8DB8-4710-9EA1-8CC9C7506B66}">
      <dgm:prSet/>
      <dgm:spPr/>
      <dgm:t>
        <a:bodyPr/>
        <a:lstStyle/>
        <a:p>
          <a:endParaRPr lang="en-US"/>
        </a:p>
      </dgm:t>
    </dgm:pt>
    <dgm:pt modelId="{48F44BA0-390F-44DD-BD49-F302EF7F59EC}" type="sibTrans" cxnId="{2BEF1A4F-8DB8-4710-9EA1-8CC9C7506B66}">
      <dgm:prSet/>
      <dgm:spPr/>
      <dgm:t>
        <a:bodyPr/>
        <a:lstStyle/>
        <a:p>
          <a:endParaRPr lang="en-US"/>
        </a:p>
      </dgm:t>
    </dgm:pt>
    <dgm:pt modelId="{474CE157-1FE7-4FFE-B075-798E47FD8E77}">
      <dgm:prSet/>
      <dgm:spPr/>
      <dgm:t>
        <a:bodyPr/>
        <a:lstStyle/>
        <a:p>
          <a:r>
            <a:rPr lang="en-US"/>
            <a:t>DAYS_EMPLOYED : 0.073</a:t>
          </a:r>
        </a:p>
      </dgm:t>
    </dgm:pt>
    <dgm:pt modelId="{0B656861-A3E8-4BA0-9DDC-E23F8001B00F}" type="parTrans" cxnId="{7507A1EB-E5B1-46C5-B834-165ACF088907}">
      <dgm:prSet/>
      <dgm:spPr/>
      <dgm:t>
        <a:bodyPr/>
        <a:lstStyle/>
        <a:p>
          <a:endParaRPr lang="en-US"/>
        </a:p>
      </dgm:t>
    </dgm:pt>
    <dgm:pt modelId="{B6EAE654-94A9-44A5-8CEA-956A9A9AC8A1}" type="sibTrans" cxnId="{7507A1EB-E5B1-46C5-B834-165ACF088907}">
      <dgm:prSet/>
      <dgm:spPr/>
      <dgm:t>
        <a:bodyPr/>
        <a:lstStyle/>
        <a:p>
          <a:endParaRPr lang="en-US"/>
        </a:p>
      </dgm:t>
    </dgm:pt>
    <dgm:pt modelId="{5E47C562-DB97-43CE-9A1E-1A38755D5332}">
      <dgm:prSet/>
      <dgm:spPr/>
      <dgm:t>
        <a:bodyPr/>
        <a:lstStyle/>
        <a:p>
          <a:r>
            <a:rPr lang="en-US"/>
            <a:t>REGION_RATING_CLIENT_W_CITY : 0.063</a:t>
          </a:r>
        </a:p>
      </dgm:t>
    </dgm:pt>
    <dgm:pt modelId="{9DD8CCA6-A49A-4209-B5E1-9A7AC49FFB3A}" type="parTrans" cxnId="{1ADC5C39-9AC9-47E6-A377-0359BA221C0D}">
      <dgm:prSet/>
      <dgm:spPr/>
      <dgm:t>
        <a:bodyPr/>
        <a:lstStyle/>
        <a:p>
          <a:endParaRPr lang="en-US"/>
        </a:p>
      </dgm:t>
    </dgm:pt>
    <dgm:pt modelId="{7B9D2AC6-3CBC-492B-8082-1A129D896270}" type="sibTrans" cxnId="{1ADC5C39-9AC9-47E6-A377-0359BA221C0D}">
      <dgm:prSet/>
      <dgm:spPr/>
      <dgm:t>
        <a:bodyPr/>
        <a:lstStyle/>
        <a:p>
          <a:endParaRPr lang="en-US"/>
        </a:p>
      </dgm:t>
    </dgm:pt>
    <dgm:pt modelId="{1BC6768B-4FA6-4DA2-A9F3-177B5608E5AD}">
      <dgm:prSet/>
      <dgm:spPr/>
      <dgm:t>
        <a:bodyPr/>
        <a:lstStyle/>
        <a:p>
          <a:r>
            <a:rPr lang="en-US"/>
            <a:t>REGION_RATING_CLIENT : 0.062</a:t>
          </a:r>
        </a:p>
      </dgm:t>
    </dgm:pt>
    <dgm:pt modelId="{CBD5BC10-FED6-4E07-B390-A44BD4BD4963}" type="parTrans" cxnId="{99F1BBA4-0DF2-4465-A985-7A9C717EA57C}">
      <dgm:prSet/>
      <dgm:spPr/>
      <dgm:t>
        <a:bodyPr/>
        <a:lstStyle/>
        <a:p>
          <a:endParaRPr lang="en-US"/>
        </a:p>
      </dgm:t>
    </dgm:pt>
    <dgm:pt modelId="{58DA360D-13BD-4AD0-A824-2D1484386DA3}" type="sibTrans" cxnId="{99F1BBA4-0DF2-4465-A985-7A9C717EA57C}">
      <dgm:prSet/>
      <dgm:spPr/>
      <dgm:t>
        <a:bodyPr/>
        <a:lstStyle/>
        <a:p>
          <a:endParaRPr lang="en-US"/>
        </a:p>
      </dgm:t>
    </dgm:pt>
    <dgm:pt modelId="{E5E0C960-2B3C-4D95-A5B0-3F207F4619FC}">
      <dgm:prSet/>
      <dgm:spPr/>
      <dgm:t>
        <a:bodyPr/>
        <a:lstStyle/>
        <a:p>
          <a:r>
            <a:rPr lang="en-US"/>
            <a:t>NAME_INCOME_TYPE_Working : 0.057</a:t>
          </a:r>
        </a:p>
      </dgm:t>
    </dgm:pt>
    <dgm:pt modelId="{CB7D1AE9-629D-4FA4-8C52-834FD951290C}" type="parTrans" cxnId="{49F0037D-AEED-4167-A9D5-E6BA852F644A}">
      <dgm:prSet/>
      <dgm:spPr/>
      <dgm:t>
        <a:bodyPr/>
        <a:lstStyle/>
        <a:p>
          <a:endParaRPr lang="en-US"/>
        </a:p>
      </dgm:t>
    </dgm:pt>
    <dgm:pt modelId="{27F630FB-B567-481F-A2BB-1964BD0186EC}" type="sibTrans" cxnId="{49F0037D-AEED-4167-A9D5-E6BA852F644A}">
      <dgm:prSet/>
      <dgm:spPr/>
      <dgm:t>
        <a:bodyPr/>
        <a:lstStyle/>
        <a:p>
          <a:endParaRPr lang="en-US"/>
        </a:p>
      </dgm:t>
    </dgm:pt>
    <dgm:pt modelId="{99FB1FF2-D7CB-4745-8010-68E673E74292}" type="pres">
      <dgm:prSet presAssocID="{A17D59FD-953D-4EB0-9E8F-381DBBE85A64}" presName="Name0" presStyleCnt="0">
        <dgm:presLayoutVars>
          <dgm:dir/>
          <dgm:animLvl val="lvl"/>
          <dgm:resizeHandles val="exact"/>
        </dgm:presLayoutVars>
      </dgm:prSet>
      <dgm:spPr/>
    </dgm:pt>
    <dgm:pt modelId="{B1B81A9D-BA09-4E48-A066-E91EF69DA360}" type="pres">
      <dgm:prSet presAssocID="{A9AB6357-4982-449F-B5CE-7A9C38B73423}" presName="linNode" presStyleCnt="0"/>
      <dgm:spPr/>
    </dgm:pt>
    <dgm:pt modelId="{33B4E6E9-3120-8641-86D9-4E8263247DD7}" type="pres">
      <dgm:prSet presAssocID="{A9AB6357-4982-449F-B5CE-7A9C38B73423}" presName="parentText" presStyleLbl="node1" presStyleIdx="0" presStyleCnt="2">
        <dgm:presLayoutVars>
          <dgm:chMax val="1"/>
          <dgm:bulletEnabled val="1"/>
        </dgm:presLayoutVars>
      </dgm:prSet>
      <dgm:spPr/>
    </dgm:pt>
    <dgm:pt modelId="{0E9CA2C0-7890-9644-BC60-FBDBEBB6220D}" type="pres">
      <dgm:prSet presAssocID="{A9AB6357-4982-449F-B5CE-7A9C38B73423}" presName="descendantText" presStyleLbl="alignAccFollowNode1" presStyleIdx="0" presStyleCnt="2">
        <dgm:presLayoutVars>
          <dgm:bulletEnabled val="1"/>
        </dgm:presLayoutVars>
      </dgm:prSet>
      <dgm:spPr/>
    </dgm:pt>
    <dgm:pt modelId="{C571C5E4-0AFA-DF4D-AA79-654171BD53AB}" type="pres">
      <dgm:prSet presAssocID="{51F153EB-0853-4214-A240-38C985431D3E}" presName="sp" presStyleCnt="0"/>
      <dgm:spPr/>
    </dgm:pt>
    <dgm:pt modelId="{462C0CFF-8B15-4A43-A04E-498A6FABF32E}" type="pres">
      <dgm:prSet presAssocID="{43CE4488-81A4-412C-BF64-DABEB2E6506F}" presName="linNode" presStyleCnt="0"/>
      <dgm:spPr/>
    </dgm:pt>
    <dgm:pt modelId="{8B83BF1B-8B34-6A45-8E11-2A5E584ED261}" type="pres">
      <dgm:prSet presAssocID="{43CE4488-81A4-412C-BF64-DABEB2E6506F}" presName="parentText" presStyleLbl="node1" presStyleIdx="1" presStyleCnt="2">
        <dgm:presLayoutVars>
          <dgm:chMax val="1"/>
          <dgm:bulletEnabled val="1"/>
        </dgm:presLayoutVars>
      </dgm:prSet>
      <dgm:spPr/>
    </dgm:pt>
    <dgm:pt modelId="{A5AB9977-0795-2044-8924-599BA7DE50C2}" type="pres">
      <dgm:prSet presAssocID="{43CE4488-81A4-412C-BF64-DABEB2E6506F}" presName="descendantText" presStyleLbl="alignAccFollowNode1" presStyleIdx="1" presStyleCnt="2">
        <dgm:presLayoutVars>
          <dgm:bulletEnabled val="1"/>
        </dgm:presLayoutVars>
      </dgm:prSet>
      <dgm:spPr/>
    </dgm:pt>
  </dgm:ptLst>
  <dgm:cxnLst>
    <dgm:cxn modelId="{33E0C406-117A-0D40-BCB0-996A5FA536D8}" type="presOf" srcId="{7A020F9D-C7FC-45E0-B16E-DDECDE0D1399}" destId="{0E9CA2C0-7890-9644-BC60-FBDBEBB6220D}" srcOrd="0" destOrd="2" presId="urn:microsoft.com/office/officeart/2005/8/layout/vList5"/>
    <dgm:cxn modelId="{BDF6BF0A-45BB-8C44-8990-18AB4A6D359C}" type="presOf" srcId="{0A48C62F-5A7A-4EE8-9479-3F0CDC0644F1}" destId="{0E9CA2C0-7890-9644-BC60-FBDBEBB6220D}" srcOrd="0" destOrd="1" presId="urn:microsoft.com/office/officeart/2005/8/layout/vList5"/>
    <dgm:cxn modelId="{B0A0BC17-AF52-473D-A3C8-898593E2B1C1}" srcId="{A9AB6357-4982-449F-B5CE-7A9C38B73423}" destId="{54BE1342-A38B-4937-B51F-F4A8CBA1448D}" srcOrd="4" destOrd="0" parTransId="{CA1C77C9-3EA2-4321-BF88-A6B1160B6CD4}" sibTransId="{56A72810-891C-4D55-8E7F-25FF037C06CD}"/>
    <dgm:cxn modelId="{7729C21A-C7F9-CB4C-A892-B8931329CC4C}" type="presOf" srcId="{474CE157-1FE7-4FFE-B075-798E47FD8E77}" destId="{A5AB9977-0795-2044-8924-599BA7DE50C2}" srcOrd="0" destOrd="1" presId="urn:microsoft.com/office/officeart/2005/8/layout/vList5"/>
    <dgm:cxn modelId="{700BEE20-E658-724E-8EBB-AD63C9D75686}" type="presOf" srcId="{A9AB6357-4982-449F-B5CE-7A9C38B73423}" destId="{33B4E6E9-3120-8641-86D9-4E8263247DD7}" srcOrd="0" destOrd="0" presId="urn:microsoft.com/office/officeart/2005/8/layout/vList5"/>
    <dgm:cxn modelId="{F90F4123-7BDA-DE4B-A97F-1F42D2C92A2A}" type="presOf" srcId="{1BC6768B-4FA6-4DA2-A9F3-177B5608E5AD}" destId="{A5AB9977-0795-2044-8924-599BA7DE50C2}" srcOrd="0" destOrd="3" presId="urn:microsoft.com/office/officeart/2005/8/layout/vList5"/>
    <dgm:cxn modelId="{CD78BE2B-5ED4-4F30-BBE7-C3510B85FBDF}" srcId="{A17D59FD-953D-4EB0-9E8F-381DBBE85A64}" destId="{A9AB6357-4982-449F-B5CE-7A9C38B73423}" srcOrd="0" destOrd="0" parTransId="{9DA72C6F-0E39-4248-AE13-BF840D29C46B}" sibTransId="{51F153EB-0853-4214-A240-38C985431D3E}"/>
    <dgm:cxn modelId="{0BF38C2C-DF5C-40EB-B855-24984E727CF8}" srcId="{A9AB6357-4982-449F-B5CE-7A9C38B73423}" destId="{22D1107D-95F5-4208-8DE5-961DC7969CE0}" srcOrd="0" destOrd="0" parTransId="{5E34CAB6-5334-4416-9846-DDBC0EFD3A8F}" sibTransId="{B6067BF1-CF5C-46BC-B1D5-C54E5D8B5B15}"/>
    <dgm:cxn modelId="{1ADC5C39-9AC9-47E6-A377-0359BA221C0D}" srcId="{43CE4488-81A4-412C-BF64-DABEB2E6506F}" destId="{5E47C562-DB97-43CE-9A1E-1A38755D5332}" srcOrd="2" destOrd="0" parTransId="{9DD8CCA6-A49A-4209-B5E1-9A7AC49FFB3A}" sibTransId="{7B9D2AC6-3CBC-492B-8082-1A129D896270}"/>
    <dgm:cxn modelId="{2BEF1A4F-8DB8-4710-9EA1-8CC9C7506B66}" srcId="{43CE4488-81A4-412C-BF64-DABEB2E6506F}" destId="{D53B0652-1C47-4192-A31A-5832C0C13AD6}" srcOrd="0" destOrd="0" parTransId="{860A2A77-8E9B-481E-BA1D-91E9B78B36CC}" sibTransId="{48F44BA0-390F-44DD-BD49-F302EF7F59EC}"/>
    <dgm:cxn modelId="{67385958-C476-F94D-9786-57A7220A723E}" type="presOf" srcId="{BF98BB0F-501B-4617-B0AD-9DC3B02A731F}" destId="{0E9CA2C0-7890-9644-BC60-FBDBEBB6220D}" srcOrd="0" destOrd="3" presId="urn:microsoft.com/office/officeart/2005/8/layout/vList5"/>
    <dgm:cxn modelId="{BAA3BD65-F857-964F-B89B-35069F3E59EC}" type="presOf" srcId="{5E47C562-DB97-43CE-9A1E-1A38755D5332}" destId="{A5AB9977-0795-2044-8924-599BA7DE50C2}" srcOrd="0" destOrd="2" presId="urn:microsoft.com/office/officeart/2005/8/layout/vList5"/>
    <dgm:cxn modelId="{49F0037D-AEED-4167-A9D5-E6BA852F644A}" srcId="{43CE4488-81A4-412C-BF64-DABEB2E6506F}" destId="{E5E0C960-2B3C-4D95-A5B0-3F207F4619FC}" srcOrd="4" destOrd="0" parTransId="{CB7D1AE9-629D-4FA4-8C52-834FD951290C}" sibTransId="{27F630FB-B567-481F-A2BB-1964BD0186EC}"/>
    <dgm:cxn modelId="{CF08E882-3FAE-4A24-A659-0A8AA258B1C6}" srcId="{A9AB6357-4982-449F-B5CE-7A9C38B73423}" destId="{BF98BB0F-501B-4617-B0AD-9DC3B02A731F}" srcOrd="3" destOrd="0" parTransId="{8C3E1A53-78B9-49A0-AF43-C709ABEC0E49}" sibTransId="{8A0B3CF8-C5C1-485A-A142-9127823807E2}"/>
    <dgm:cxn modelId="{B03D3C88-5FBD-4CD7-AA65-E353EF2A6A92}" srcId="{A17D59FD-953D-4EB0-9E8F-381DBBE85A64}" destId="{43CE4488-81A4-412C-BF64-DABEB2E6506F}" srcOrd="1" destOrd="0" parTransId="{C4D565EE-4046-4F56-A9D9-F276FDAAEF5E}" sibTransId="{1E9CADB7-9D72-47A4-9EB4-6CA2CEA3467F}"/>
    <dgm:cxn modelId="{99F1BBA4-0DF2-4465-A985-7A9C717EA57C}" srcId="{43CE4488-81A4-412C-BF64-DABEB2E6506F}" destId="{1BC6768B-4FA6-4DA2-A9F3-177B5608E5AD}" srcOrd="3" destOrd="0" parTransId="{CBD5BC10-FED6-4E07-B390-A44BD4BD4963}" sibTransId="{58DA360D-13BD-4AD0-A824-2D1484386DA3}"/>
    <dgm:cxn modelId="{3AFB0FB0-18B0-5342-AD68-A5B6275BB6D7}" type="presOf" srcId="{54BE1342-A38B-4937-B51F-F4A8CBA1448D}" destId="{0E9CA2C0-7890-9644-BC60-FBDBEBB6220D}" srcOrd="0" destOrd="4" presId="urn:microsoft.com/office/officeart/2005/8/layout/vList5"/>
    <dgm:cxn modelId="{0D8B47B0-1C26-4046-9D53-6E02C0A6B34B}" type="presOf" srcId="{43CE4488-81A4-412C-BF64-DABEB2E6506F}" destId="{8B83BF1B-8B34-6A45-8E11-2A5E584ED261}" srcOrd="0" destOrd="0" presId="urn:microsoft.com/office/officeart/2005/8/layout/vList5"/>
    <dgm:cxn modelId="{AB283ABC-075E-414C-9828-493A91E380E0}" type="presOf" srcId="{E5E0C960-2B3C-4D95-A5B0-3F207F4619FC}" destId="{A5AB9977-0795-2044-8924-599BA7DE50C2}" srcOrd="0" destOrd="4" presId="urn:microsoft.com/office/officeart/2005/8/layout/vList5"/>
    <dgm:cxn modelId="{A844D6E5-8CD9-694D-9A69-BEA70902F699}" type="presOf" srcId="{22D1107D-95F5-4208-8DE5-961DC7969CE0}" destId="{0E9CA2C0-7890-9644-BC60-FBDBEBB6220D}" srcOrd="0" destOrd="0" presId="urn:microsoft.com/office/officeart/2005/8/layout/vList5"/>
    <dgm:cxn modelId="{E0E4CAE9-AA89-432D-802F-95F355F70E4F}" srcId="{A9AB6357-4982-449F-B5CE-7A9C38B73423}" destId="{7A020F9D-C7FC-45E0-B16E-DDECDE0D1399}" srcOrd="2" destOrd="0" parTransId="{9BC40052-C147-418F-9368-47ACC30E9686}" sibTransId="{5EE2E801-855D-4B2E-9AAF-DD37E10F4BFA}"/>
    <dgm:cxn modelId="{7507A1EB-E5B1-46C5-B834-165ACF088907}" srcId="{43CE4488-81A4-412C-BF64-DABEB2E6506F}" destId="{474CE157-1FE7-4FFE-B075-798E47FD8E77}" srcOrd="1" destOrd="0" parTransId="{0B656861-A3E8-4BA0-9DDC-E23F8001B00F}" sibTransId="{B6EAE654-94A9-44A5-8CEA-956A9A9AC8A1}"/>
    <dgm:cxn modelId="{29C8B7ED-9553-4CAC-AD00-64E26CB1C2A6}" srcId="{A9AB6357-4982-449F-B5CE-7A9C38B73423}" destId="{0A48C62F-5A7A-4EE8-9479-3F0CDC0644F1}" srcOrd="1" destOrd="0" parTransId="{5C0EA574-8E59-4115-8A46-D17FB90AA911}" sibTransId="{3D45A5AB-7CD6-45DF-92F6-E85B64E2EF80}"/>
    <dgm:cxn modelId="{477881F6-36AE-664A-A844-CB4318DC0F56}" type="presOf" srcId="{A17D59FD-953D-4EB0-9E8F-381DBBE85A64}" destId="{99FB1FF2-D7CB-4745-8010-68E673E74292}" srcOrd="0" destOrd="0" presId="urn:microsoft.com/office/officeart/2005/8/layout/vList5"/>
    <dgm:cxn modelId="{B30972FA-CCE0-664C-ACD3-107D1207F695}" type="presOf" srcId="{D53B0652-1C47-4192-A31A-5832C0C13AD6}" destId="{A5AB9977-0795-2044-8924-599BA7DE50C2}" srcOrd="0" destOrd="0" presId="urn:microsoft.com/office/officeart/2005/8/layout/vList5"/>
    <dgm:cxn modelId="{6C40E31B-E346-C14C-A6FB-A42A29C5C5C2}" type="presParOf" srcId="{99FB1FF2-D7CB-4745-8010-68E673E74292}" destId="{B1B81A9D-BA09-4E48-A066-E91EF69DA360}" srcOrd="0" destOrd="0" presId="urn:microsoft.com/office/officeart/2005/8/layout/vList5"/>
    <dgm:cxn modelId="{1E952E2B-9E8E-884A-BB7B-995203AFB8B8}" type="presParOf" srcId="{B1B81A9D-BA09-4E48-A066-E91EF69DA360}" destId="{33B4E6E9-3120-8641-86D9-4E8263247DD7}" srcOrd="0" destOrd="0" presId="urn:microsoft.com/office/officeart/2005/8/layout/vList5"/>
    <dgm:cxn modelId="{CCBA2DA3-7084-9C4E-876F-7AEE9EA124CB}" type="presParOf" srcId="{B1B81A9D-BA09-4E48-A066-E91EF69DA360}" destId="{0E9CA2C0-7890-9644-BC60-FBDBEBB6220D}" srcOrd="1" destOrd="0" presId="urn:microsoft.com/office/officeart/2005/8/layout/vList5"/>
    <dgm:cxn modelId="{0309FB6D-04B9-474B-A69E-AAD062AD1AF0}" type="presParOf" srcId="{99FB1FF2-D7CB-4745-8010-68E673E74292}" destId="{C571C5E4-0AFA-DF4D-AA79-654171BD53AB}" srcOrd="1" destOrd="0" presId="urn:microsoft.com/office/officeart/2005/8/layout/vList5"/>
    <dgm:cxn modelId="{053F8B56-7C15-E94D-864D-FEDB0F456E65}" type="presParOf" srcId="{99FB1FF2-D7CB-4745-8010-68E673E74292}" destId="{462C0CFF-8B15-4A43-A04E-498A6FABF32E}" srcOrd="2" destOrd="0" presId="urn:microsoft.com/office/officeart/2005/8/layout/vList5"/>
    <dgm:cxn modelId="{AF13CEBC-6B95-B84C-95D0-26FD7659E142}" type="presParOf" srcId="{462C0CFF-8B15-4A43-A04E-498A6FABF32E}" destId="{8B83BF1B-8B34-6A45-8E11-2A5E584ED261}" srcOrd="0" destOrd="0" presId="urn:microsoft.com/office/officeart/2005/8/layout/vList5"/>
    <dgm:cxn modelId="{FA7F4BDF-CA39-0242-B9B6-D72FA2ED170B}" type="presParOf" srcId="{462C0CFF-8B15-4A43-A04E-498A6FABF32E}" destId="{A5AB9977-0795-2044-8924-599BA7DE50C2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B44509BD-6FD6-4192-8FCE-A1D23B0B9F17}" type="doc">
      <dgm:prSet loTypeId="urn:microsoft.com/office/officeart/2005/8/layout/vList5" loCatId="list" qsTypeId="urn:microsoft.com/office/officeart/2005/8/quickstyle/simple1" qsCatId="simple" csTypeId="urn:microsoft.com/office/officeart/2005/8/colors/accent2_2" csCatId="accent2"/>
      <dgm:spPr/>
      <dgm:t>
        <a:bodyPr/>
        <a:lstStyle/>
        <a:p>
          <a:endParaRPr lang="en-US"/>
        </a:p>
      </dgm:t>
    </dgm:pt>
    <dgm:pt modelId="{379355FC-70E4-45B6-8D0F-1134D03E9985}">
      <dgm:prSet/>
      <dgm:spPr/>
      <dgm:t>
        <a:bodyPr/>
        <a:lstStyle/>
        <a:p>
          <a:r>
            <a:rPr lang="en-US" b="1"/>
            <a:t>Observations</a:t>
          </a:r>
          <a:endParaRPr lang="en-US"/>
        </a:p>
      </dgm:t>
    </dgm:pt>
    <dgm:pt modelId="{4C9A250C-BEB8-4E76-8FEA-8415C0751B2D}" type="parTrans" cxnId="{44AB45F8-B0C1-4CB0-89C3-3831E90C9AA7}">
      <dgm:prSet/>
      <dgm:spPr/>
      <dgm:t>
        <a:bodyPr/>
        <a:lstStyle/>
        <a:p>
          <a:endParaRPr lang="en-US"/>
        </a:p>
      </dgm:t>
    </dgm:pt>
    <dgm:pt modelId="{3B922A79-6541-4F79-AB13-BB3E3A396485}" type="sibTrans" cxnId="{44AB45F8-B0C1-4CB0-89C3-3831E90C9AA7}">
      <dgm:prSet/>
      <dgm:spPr/>
      <dgm:t>
        <a:bodyPr/>
        <a:lstStyle/>
        <a:p>
          <a:endParaRPr lang="en-US"/>
        </a:p>
      </dgm:t>
    </dgm:pt>
    <dgm:pt modelId="{8643DC7C-292D-4687-812B-7CAB9A200C5B}">
      <dgm:prSet/>
      <dgm:spPr/>
      <dgm:t>
        <a:bodyPr/>
        <a:lstStyle/>
        <a:p>
          <a:r>
            <a:rPr lang="en-US"/>
            <a:t>Distribution : 21 à 70 ans</a:t>
          </a:r>
        </a:p>
      </dgm:t>
    </dgm:pt>
    <dgm:pt modelId="{47775C80-F1A0-4CFB-AAFB-03DD13544EAE}" type="parTrans" cxnId="{A75DA7B3-D061-405D-8669-5049328081F2}">
      <dgm:prSet/>
      <dgm:spPr/>
      <dgm:t>
        <a:bodyPr/>
        <a:lstStyle/>
        <a:p>
          <a:endParaRPr lang="en-US"/>
        </a:p>
      </dgm:t>
    </dgm:pt>
    <dgm:pt modelId="{8B51A6E2-DB4F-4BCC-99E6-BC2C6A00A7B9}" type="sibTrans" cxnId="{A75DA7B3-D061-405D-8669-5049328081F2}">
      <dgm:prSet/>
      <dgm:spPr/>
      <dgm:t>
        <a:bodyPr/>
        <a:lstStyle/>
        <a:p>
          <a:endParaRPr lang="en-US"/>
        </a:p>
      </dgm:t>
    </dgm:pt>
    <dgm:pt modelId="{DE113150-21F9-4E63-92B7-BFBEE78E588F}">
      <dgm:prSet/>
      <dgm:spPr/>
      <dgm:t>
        <a:bodyPr/>
        <a:lstStyle/>
        <a:p>
          <a:r>
            <a:rPr lang="en-US"/>
            <a:t>Moyenne : 43,9 ans</a:t>
          </a:r>
        </a:p>
      </dgm:t>
    </dgm:pt>
    <dgm:pt modelId="{6CFBB275-7B4B-49DD-9EFF-522FE5AEF9C2}" type="parTrans" cxnId="{BAA8CB72-B921-4A6D-AFD7-E7B64F38DBD3}">
      <dgm:prSet/>
      <dgm:spPr/>
      <dgm:t>
        <a:bodyPr/>
        <a:lstStyle/>
        <a:p>
          <a:endParaRPr lang="en-US"/>
        </a:p>
      </dgm:t>
    </dgm:pt>
    <dgm:pt modelId="{C40E6B75-2B9A-474A-8622-212E88CBFF26}" type="sibTrans" cxnId="{BAA8CB72-B921-4A6D-AFD7-E7B64F38DBD3}">
      <dgm:prSet/>
      <dgm:spPr/>
      <dgm:t>
        <a:bodyPr/>
        <a:lstStyle/>
        <a:p>
          <a:endParaRPr lang="en-US"/>
        </a:p>
      </dgm:t>
    </dgm:pt>
    <dgm:pt modelId="{CB9DD5DB-96BD-451F-A5EE-617EFFE40CAE}">
      <dgm:prSet/>
      <dgm:spPr/>
      <dgm:t>
        <a:bodyPr/>
        <a:lstStyle/>
        <a:p>
          <a:r>
            <a:rPr lang="en-US" b="1"/>
            <a:t>Tendance</a:t>
          </a:r>
          <a:endParaRPr lang="en-US"/>
        </a:p>
      </dgm:t>
    </dgm:pt>
    <dgm:pt modelId="{D52976F0-0BCB-4744-838D-53D9D8777E34}" type="parTrans" cxnId="{9BBE36EE-772B-4FCC-9734-9AEC6113FEA8}">
      <dgm:prSet/>
      <dgm:spPr/>
      <dgm:t>
        <a:bodyPr/>
        <a:lstStyle/>
        <a:p>
          <a:endParaRPr lang="en-US"/>
        </a:p>
      </dgm:t>
    </dgm:pt>
    <dgm:pt modelId="{AACC7112-7F03-4A97-8958-A4472D69D3D3}" type="sibTrans" cxnId="{9BBE36EE-772B-4FCC-9734-9AEC6113FEA8}">
      <dgm:prSet/>
      <dgm:spPr/>
      <dgm:t>
        <a:bodyPr/>
        <a:lstStyle/>
        <a:p>
          <a:endParaRPr lang="en-US"/>
        </a:p>
      </dgm:t>
    </dgm:pt>
    <dgm:pt modelId="{D2974CBF-EAD8-4FB5-A842-5CDE4C4E2435}">
      <dgm:prSet/>
      <dgm:spPr/>
      <dgm:t>
        <a:bodyPr/>
        <a:lstStyle/>
        <a:p>
          <a:r>
            <a:rPr lang="en-US"/>
            <a:t>Jeunes (20-30 ans) : ~12% défaut</a:t>
          </a:r>
        </a:p>
      </dgm:t>
    </dgm:pt>
    <dgm:pt modelId="{A22FA6EB-DDD6-461F-9566-594F5A1D31F4}" type="parTrans" cxnId="{0DCFC0FA-C7A0-424F-8B69-1485D552DB93}">
      <dgm:prSet/>
      <dgm:spPr/>
      <dgm:t>
        <a:bodyPr/>
        <a:lstStyle/>
        <a:p>
          <a:endParaRPr lang="en-US"/>
        </a:p>
      </dgm:t>
    </dgm:pt>
    <dgm:pt modelId="{698B74E2-478C-44FD-92A6-39597ABF1C90}" type="sibTrans" cxnId="{0DCFC0FA-C7A0-424F-8B69-1485D552DB93}">
      <dgm:prSet/>
      <dgm:spPr/>
      <dgm:t>
        <a:bodyPr/>
        <a:lstStyle/>
        <a:p>
          <a:endParaRPr lang="en-US"/>
        </a:p>
      </dgm:t>
    </dgm:pt>
    <dgm:pt modelId="{EC31ED0D-010A-400D-AF18-6B12422A2DC9}">
      <dgm:prSet/>
      <dgm:spPr/>
      <dgm:t>
        <a:bodyPr/>
        <a:lstStyle/>
        <a:p>
          <a:r>
            <a:rPr lang="en-US"/>
            <a:t>Seniors (65-70 ans) : ~3,6% défaut</a:t>
          </a:r>
        </a:p>
      </dgm:t>
    </dgm:pt>
    <dgm:pt modelId="{9815EE35-7C62-43EC-85AA-E86A241FE32D}" type="parTrans" cxnId="{7B218AA8-9B13-4413-A584-24A4A8E86C0A}">
      <dgm:prSet/>
      <dgm:spPr/>
      <dgm:t>
        <a:bodyPr/>
        <a:lstStyle/>
        <a:p>
          <a:endParaRPr lang="en-US"/>
        </a:p>
      </dgm:t>
    </dgm:pt>
    <dgm:pt modelId="{5FDB893F-7E85-4149-839E-DAB9F228B7F3}" type="sibTrans" cxnId="{7B218AA8-9B13-4413-A584-24A4A8E86C0A}">
      <dgm:prSet/>
      <dgm:spPr/>
      <dgm:t>
        <a:bodyPr/>
        <a:lstStyle/>
        <a:p>
          <a:endParaRPr lang="en-US"/>
        </a:p>
      </dgm:t>
    </dgm:pt>
    <dgm:pt modelId="{60E7E8FD-4AAC-4F82-9C55-310503C8EDCC}">
      <dgm:prSet/>
      <dgm:spPr/>
      <dgm:t>
        <a:bodyPr/>
        <a:lstStyle/>
        <a:p>
          <a:r>
            <a:rPr lang="en-US" b="1"/>
            <a:t>L’âge est un facteur prédictif important</a:t>
          </a:r>
          <a:endParaRPr lang="en-US"/>
        </a:p>
      </dgm:t>
    </dgm:pt>
    <dgm:pt modelId="{DE70B9CA-45B9-47BC-827D-A8FDCB081E3B}" type="parTrans" cxnId="{9CE31699-72C5-4A19-961D-BEB78753A62C}">
      <dgm:prSet/>
      <dgm:spPr/>
      <dgm:t>
        <a:bodyPr/>
        <a:lstStyle/>
        <a:p>
          <a:endParaRPr lang="en-US"/>
        </a:p>
      </dgm:t>
    </dgm:pt>
    <dgm:pt modelId="{BCE72E71-299B-49A3-BFCC-EF09D9D80AF7}" type="sibTrans" cxnId="{9CE31699-72C5-4A19-961D-BEB78753A62C}">
      <dgm:prSet/>
      <dgm:spPr/>
      <dgm:t>
        <a:bodyPr/>
        <a:lstStyle/>
        <a:p>
          <a:endParaRPr lang="en-US"/>
        </a:p>
      </dgm:t>
    </dgm:pt>
    <dgm:pt modelId="{9524B2FA-6538-A644-B4EA-2C0E7758932B}" type="pres">
      <dgm:prSet presAssocID="{B44509BD-6FD6-4192-8FCE-A1D23B0B9F17}" presName="Name0" presStyleCnt="0">
        <dgm:presLayoutVars>
          <dgm:dir/>
          <dgm:animLvl val="lvl"/>
          <dgm:resizeHandles val="exact"/>
        </dgm:presLayoutVars>
      </dgm:prSet>
      <dgm:spPr/>
    </dgm:pt>
    <dgm:pt modelId="{AE25AA57-562C-5947-9B18-D1D5C1FB25D6}" type="pres">
      <dgm:prSet presAssocID="{379355FC-70E4-45B6-8D0F-1134D03E9985}" presName="linNode" presStyleCnt="0"/>
      <dgm:spPr/>
    </dgm:pt>
    <dgm:pt modelId="{9E09B757-CAF2-4547-A148-0AB0FB64CDDC}" type="pres">
      <dgm:prSet presAssocID="{379355FC-70E4-45B6-8D0F-1134D03E9985}" presName="parentText" presStyleLbl="node1" presStyleIdx="0" presStyleCnt="2">
        <dgm:presLayoutVars>
          <dgm:chMax val="1"/>
          <dgm:bulletEnabled val="1"/>
        </dgm:presLayoutVars>
      </dgm:prSet>
      <dgm:spPr/>
    </dgm:pt>
    <dgm:pt modelId="{A155911D-F632-9A43-861B-51E1161AD728}" type="pres">
      <dgm:prSet presAssocID="{379355FC-70E4-45B6-8D0F-1134D03E9985}" presName="descendantText" presStyleLbl="alignAccFollowNode1" presStyleIdx="0" presStyleCnt="2">
        <dgm:presLayoutVars>
          <dgm:bulletEnabled val="1"/>
        </dgm:presLayoutVars>
      </dgm:prSet>
      <dgm:spPr/>
    </dgm:pt>
    <dgm:pt modelId="{91F031D8-E44D-654A-A18D-19F612DDD360}" type="pres">
      <dgm:prSet presAssocID="{3B922A79-6541-4F79-AB13-BB3E3A396485}" presName="sp" presStyleCnt="0"/>
      <dgm:spPr/>
    </dgm:pt>
    <dgm:pt modelId="{7E07290B-68A4-3C4B-808C-9884EDD091F2}" type="pres">
      <dgm:prSet presAssocID="{CB9DD5DB-96BD-451F-A5EE-617EFFE40CAE}" presName="linNode" presStyleCnt="0"/>
      <dgm:spPr/>
    </dgm:pt>
    <dgm:pt modelId="{86DFFE55-7157-ED4E-B665-0D4331790B28}" type="pres">
      <dgm:prSet presAssocID="{CB9DD5DB-96BD-451F-A5EE-617EFFE40CAE}" presName="parentText" presStyleLbl="node1" presStyleIdx="1" presStyleCnt="2">
        <dgm:presLayoutVars>
          <dgm:chMax val="1"/>
          <dgm:bulletEnabled val="1"/>
        </dgm:presLayoutVars>
      </dgm:prSet>
      <dgm:spPr/>
    </dgm:pt>
    <dgm:pt modelId="{DE12C7A0-2E7F-3F47-8483-8F17DC2380E9}" type="pres">
      <dgm:prSet presAssocID="{CB9DD5DB-96BD-451F-A5EE-617EFFE40CAE}" presName="descendantText" presStyleLbl="alignAccFollowNode1" presStyleIdx="1" presStyleCnt="2">
        <dgm:presLayoutVars>
          <dgm:bulletEnabled val="1"/>
        </dgm:presLayoutVars>
      </dgm:prSet>
      <dgm:spPr/>
    </dgm:pt>
  </dgm:ptLst>
  <dgm:cxnLst>
    <dgm:cxn modelId="{F5828A10-8A5D-F84C-B044-91575F6CABFC}" type="presOf" srcId="{CB9DD5DB-96BD-451F-A5EE-617EFFE40CAE}" destId="{86DFFE55-7157-ED4E-B665-0D4331790B28}" srcOrd="0" destOrd="0" presId="urn:microsoft.com/office/officeart/2005/8/layout/vList5"/>
    <dgm:cxn modelId="{04F1AF12-116C-8E48-A392-34F5273DBAFA}" type="presOf" srcId="{60E7E8FD-4AAC-4F82-9C55-310503C8EDCC}" destId="{DE12C7A0-2E7F-3F47-8483-8F17DC2380E9}" srcOrd="0" destOrd="2" presId="urn:microsoft.com/office/officeart/2005/8/layout/vList5"/>
    <dgm:cxn modelId="{08C12619-D47C-7445-BBF2-039ECACC74A3}" type="presOf" srcId="{379355FC-70E4-45B6-8D0F-1134D03E9985}" destId="{9E09B757-CAF2-4547-A148-0AB0FB64CDDC}" srcOrd="0" destOrd="0" presId="urn:microsoft.com/office/officeart/2005/8/layout/vList5"/>
    <dgm:cxn modelId="{BAA8CB72-B921-4A6D-AFD7-E7B64F38DBD3}" srcId="{379355FC-70E4-45B6-8D0F-1134D03E9985}" destId="{DE113150-21F9-4E63-92B7-BFBEE78E588F}" srcOrd="1" destOrd="0" parTransId="{6CFBB275-7B4B-49DD-9EFF-522FE5AEF9C2}" sibTransId="{C40E6B75-2B9A-474A-8622-212E88CBFF26}"/>
    <dgm:cxn modelId="{4EF4407D-2263-314D-A4E6-AFE21BD396C4}" type="presOf" srcId="{B44509BD-6FD6-4192-8FCE-A1D23B0B9F17}" destId="{9524B2FA-6538-A644-B4EA-2C0E7758932B}" srcOrd="0" destOrd="0" presId="urn:microsoft.com/office/officeart/2005/8/layout/vList5"/>
    <dgm:cxn modelId="{F0C81089-4E58-044D-9BD1-A650F83872E0}" type="presOf" srcId="{D2974CBF-EAD8-4FB5-A842-5CDE4C4E2435}" destId="{DE12C7A0-2E7F-3F47-8483-8F17DC2380E9}" srcOrd="0" destOrd="0" presId="urn:microsoft.com/office/officeart/2005/8/layout/vList5"/>
    <dgm:cxn modelId="{9CE31699-72C5-4A19-961D-BEB78753A62C}" srcId="{CB9DD5DB-96BD-451F-A5EE-617EFFE40CAE}" destId="{60E7E8FD-4AAC-4F82-9C55-310503C8EDCC}" srcOrd="2" destOrd="0" parTransId="{DE70B9CA-45B9-47BC-827D-A8FDCB081E3B}" sibTransId="{BCE72E71-299B-49A3-BFCC-EF09D9D80AF7}"/>
    <dgm:cxn modelId="{7B218AA8-9B13-4413-A584-24A4A8E86C0A}" srcId="{CB9DD5DB-96BD-451F-A5EE-617EFFE40CAE}" destId="{EC31ED0D-010A-400D-AF18-6B12422A2DC9}" srcOrd="1" destOrd="0" parTransId="{9815EE35-7C62-43EC-85AA-E86A241FE32D}" sibTransId="{5FDB893F-7E85-4149-839E-DAB9F228B7F3}"/>
    <dgm:cxn modelId="{A75DA7B3-D061-405D-8669-5049328081F2}" srcId="{379355FC-70E4-45B6-8D0F-1134D03E9985}" destId="{8643DC7C-292D-4687-812B-7CAB9A200C5B}" srcOrd="0" destOrd="0" parTransId="{47775C80-F1A0-4CFB-AAFB-03DD13544EAE}" sibTransId="{8B51A6E2-DB4F-4BCC-99E6-BC2C6A00A7B9}"/>
    <dgm:cxn modelId="{3EF685D3-C218-3342-94C8-B0F27AA6BFC2}" type="presOf" srcId="{DE113150-21F9-4E63-92B7-BFBEE78E588F}" destId="{A155911D-F632-9A43-861B-51E1161AD728}" srcOrd="0" destOrd="1" presId="urn:microsoft.com/office/officeart/2005/8/layout/vList5"/>
    <dgm:cxn modelId="{26BBB3EA-F27B-9D49-A953-98A7BE7B2BD0}" type="presOf" srcId="{8643DC7C-292D-4687-812B-7CAB9A200C5B}" destId="{A155911D-F632-9A43-861B-51E1161AD728}" srcOrd="0" destOrd="0" presId="urn:microsoft.com/office/officeart/2005/8/layout/vList5"/>
    <dgm:cxn modelId="{9BBE36EE-772B-4FCC-9734-9AEC6113FEA8}" srcId="{B44509BD-6FD6-4192-8FCE-A1D23B0B9F17}" destId="{CB9DD5DB-96BD-451F-A5EE-617EFFE40CAE}" srcOrd="1" destOrd="0" parTransId="{D52976F0-0BCB-4744-838D-53D9D8777E34}" sibTransId="{AACC7112-7F03-4A97-8958-A4472D69D3D3}"/>
    <dgm:cxn modelId="{09CEB4F1-F2CF-8140-834C-B4E865D9F356}" type="presOf" srcId="{EC31ED0D-010A-400D-AF18-6B12422A2DC9}" destId="{DE12C7A0-2E7F-3F47-8483-8F17DC2380E9}" srcOrd="0" destOrd="1" presId="urn:microsoft.com/office/officeart/2005/8/layout/vList5"/>
    <dgm:cxn modelId="{44AB45F8-B0C1-4CB0-89C3-3831E90C9AA7}" srcId="{B44509BD-6FD6-4192-8FCE-A1D23B0B9F17}" destId="{379355FC-70E4-45B6-8D0F-1134D03E9985}" srcOrd="0" destOrd="0" parTransId="{4C9A250C-BEB8-4E76-8FEA-8415C0751B2D}" sibTransId="{3B922A79-6541-4F79-AB13-BB3E3A396485}"/>
    <dgm:cxn modelId="{0DCFC0FA-C7A0-424F-8B69-1485D552DB93}" srcId="{CB9DD5DB-96BD-451F-A5EE-617EFFE40CAE}" destId="{D2974CBF-EAD8-4FB5-A842-5CDE4C4E2435}" srcOrd="0" destOrd="0" parTransId="{A22FA6EB-DDD6-461F-9566-594F5A1D31F4}" sibTransId="{698B74E2-478C-44FD-92A6-39597ABF1C90}"/>
    <dgm:cxn modelId="{93241183-332B-CD44-946D-4F7BE9943E86}" type="presParOf" srcId="{9524B2FA-6538-A644-B4EA-2C0E7758932B}" destId="{AE25AA57-562C-5947-9B18-D1D5C1FB25D6}" srcOrd="0" destOrd="0" presId="urn:microsoft.com/office/officeart/2005/8/layout/vList5"/>
    <dgm:cxn modelId="{31D504B2-F8F5-1E40-BC46-9A6BDECBBB50}" type="presParOf" srcId="{AE25AA57-562C-5947-9B18-D1D5C1FB25D6}" destId="{9E09B757-CAF2-4547-A148-0AB0FB64CDDC}" srcOrd="0" destOrd="0" presId="urn:microsoft.com/office/officeart/2005/8/layout/vList5"/>
    <dgm:cxn modelId="{E6EEFB86-9B31-CF41-8427-72B2B84AD067}" type="presParOf" srcId="{AE25AA57-562C-5947-9B18-D1D5C1FB25D6}" destId="{A155911D-F632-9A43-861B-51E1161AD728}" srcOrd="1" destOrd="0" presId="urn:microsoft.com/office/officeart/2005/8/layout/vList5"/>
    <dgm:cxn modelId="{3385FE71-89D5-044E-A58B-EA510F819B29}" type="presParOf" srcId="{9524B2FA-6538-A644-B4EA-2C0E7758932B}" destId="{91F031D8-E44D-654A-A18D-19F612DDD360}" srcOrd="1" destOrd="0" presId="urn:microsoft.com/office/officeart/2005/8/layout/vList5"/>
    <dgm:cxn modelId="{962AB392-56F6-DC49-A799-92E9E4162E44}" type="presParOf" srcId="{9524B2FA-6538-A644-B4EA-2C0E7758932B}" destId="{7E07290B-68A4-3C4B-808C-9884EDD091F2}" srcOrd="2" destOrd="0" presId="urn:microsoft.com/office/officeart/2005/8/layout/vList5"/>
    <dgm:cxn modelId="{9FC74D72-A267-1B48-9C08-00CFF2BB6C70}" type="presParOf" srcId="{7E07290B-68A4-3C4B-808C-9884EDD091F2}" destId="{86DFFE55-7157-ED4E-B665-0D4331790B28}" srcOrd="0" destOrd="0" presId="urn:microsoft.com/office/officeart/2005/8/layout/vList5"/>
    <dgm:cxn modelId="{1D9209A5-0BA0-2246-9C26-D3358DF7B02D}" type="presParOf" srcId="{7E07290B-68A4-3C4B-808C-9884EDD091F2}" destId="{DE12C7A0-2E7F-3F47-8483-8F17DC2380E9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1A03BB22-36FF-472B-9016-148E66D63233}" type="doc">
      <dgm:prSet loTypeId="urn:microsoft.com/office/officeart/2005/8/layout/vList5" loCatId="list" qsTypeId="urn:microsoft.com/office/officeart/2005/8/quickstyle/simple1" qsCatId="simple" csTypeId="urn:microsoft.com/office/officeart/2005/8/colors/accent4_2" csCatId="accent4"/>
      <dgm:spPr/>
      <dgm:t>
        <a:bodyPr/>
        <a:lstStyle/>
        <a:p>
          <a:endParaRPr lang="en-US"/>
        </a:p>
      </dgm:t>
    </dgm:pt>
    <dgm:pt modelId="{BDD82DF5-3E69-4617-A496-48C23E210999}">
      <dgm:prSet/>
      <dgm:spPr/>
      <dgm:t>
        <a:bodyPr/>
        <a:lstStyle/>
        <a:p>
          <a:r>
            <a:rPr lang="en-US" b="1"/>
            <a:t>DAYS_EMPLOYED : 365 243 jours</a:t>
          </a:r>
          <a:endParaRPr lang="en-US"/>
        </a:p>
      </dgm:t>
    </dgm:pt>
    <dgm:pt modelId="{830F7C72-96E2-4562-B49E-391C40C3AE01}" type="parTrans" cxnId="{0B61CBF8-2248-4C18-B610-D025D9B1E904}">
      <dgm:prSet/>
      <dgm:spPr/>
      <dgm:t>
        <a:bodyPr/>
        <a:lstStyle/>
        <a:p>
          <a:endParaRPr lang="en-US"/>
        </a:p>
      </dgm:t>
    </dgm:pt>
    <dgm:pt modelId="{E9A0312A-3FD6-44EF-B4DD-A920B04FB370}" type="sibTrans" cxnId="{0B61CBF8-2248-4C18-B610-D025D9B1E904}">
      <dgm:prSet/>
      <dgm:spPr/>
      <dgm:t>
        <a:bodyPr/>
        <a:lstStyle/>
        <a:p>
          <a:endParaRPr lang="en-US"/>
        </a:p>
      </dgm:t>
    </dgm:pt>
    <dgm:pt modelId="{BA4F6156-8CB4-46E8-9CB0-059BAF7F47DD}">
      <dgm:prSet/>
      <dgm:spPr/>
      <dgm:t>
        <a:bodyPr/>
        <a:lstStyle/>
        <a:p>
          <a:r>
            <a:rPr lang="en-US"/>
            <a:t>17 865 observations (17,9%)</a:t>
          </a:r>
        </a:p>
      </dgm:t>
    </dgm:pt>
    <dgm:pt modelId="{D999CDA2-2B9A-43C2-8B9A-07B7BE7AE9F7}" type="parTrans" cxnId="{BAB36EDC-0259-43AC-8501-679637CAA598}">
      <dgm:prSet/>
      <dgm:spPr/>
      <dgm:t>
        <a:bodyPr/>
        <a:lstStyle/>
        <a:p>
          <a:endParaRPr lang="en-US"/>
        </a:p>
      </dgm:t>
    </dgm:pt>
    <dgm:pt modelId="{9096B3D9-93E0-40EC-A1B4-392C63917A12}" type="sibTrans" cxnId="{BAB36EDC-0259-43AC-8501-679637CAA598}">
      <dgm:prSet/>
      <dgm:spPr/>
      <dgm:t>
        <a:bodyPr/>
        <a:lstStyle/>
        <a:p>
          <a:endParaRPr lang="en-US"/>
        </a:p>
      </dgm:t>
    </dgm:pt>
    <dgm:pt modelId="{DF914586-2738-4617-9B82-73BC2A09382D}">
      <dgm:prSet/>
      <dgm:spPr/>
      <dgm:t>
        <a:bodyPr/>
        <a:lstStyle/>
        <a:p>
          <a:r>
            <a:rPr lang="en-US"/>
            <a:t>Probablement retraités/chômeurs</a:t>
          </a:r>
        </a:p>
      </dgm:t>
    </dgm:pt>
    <dgm:pt modelId="{053EDEEF-38AF-48B1-84B1-92D16F33B9CF}" type="parTrans" cxnId="{1EBA1CE7-2171-4427-A4AE-1CF38788CC6B}">
      <dgm:prSet/>
      <dgm:spPr/>
      <dgm:t>
        <a:bodyPr/>
        <a:lstStyle/>
        <a:p>
          <a:endParaRPr lang="en-US"/>
        </a:p>
      </dgm:t>
    </dgm:pt>
    <dgm:pt modelId="{B532BFA2-5048-430C-B39D-AA6E90CD92B6}" type="sibTrans" cxnId="{1EBA1CE7-2171-4427-A4AE-1CF38788CC6B}">
      <dgm:prSet/>
      <dgm:spPr/>
      <dgm:t>
        <a:bodyPr/>
        <a:lstStyle/>
        <a:p>
          <a:endParaRPr lang="en-US"/>
        </a:p>
      </dgm:t>
    </dgm:pt>
    <dgm:pt modelId="{B67C0B94-67F1-45C9-A77E-249E8682B4BC}">
      <dgm:prSet/>
      <dgm:spPr/>
      <dgm:t>
        <a:bodyPr/>
        <a:lstStyle/>
        <a:p>
          <a:r>
            <a:rPr lang="en-US" b="1"/>
            <a:t>Traitement</a:t>
          </a:r>
          <a:endParaRPr lang="en-US"/>
        </a:p>
      </dgm:t>
    </dgm:pt>
    <dgm:pt modelId="{B24A638A-DC8F-48D3-A3EE-0F143A73495C}" type="parTrans" cxnId="{94EE8FD7-CEB0-4C88-87A8-EB9F3184ACEF}">
      <dgm:prSet/>
      <dgm:spPr/>
      <dgm:t>
        <a:bodyPr/>
        <a:lstStyle/>
        <a:p>
          <a:endParaRPr lang="en-US"/>
        </a:p>
      </dgm:t>
    </dgm:pt>
    <dgm:pt modelId="{F4525678-B0FD-4575-B357-BB7B27813C3C}" type="sibTrans" cxnId="{94EE8FD7-CEB0-4C88-87A8-EB9F3184ACEF}">
      <dgm:prSet/>
      <dgm:spPr/>
      <dgm:t>
        <a:bodyPr/>
        <a:lstStyle/>
        <a:p>
          <a:endParaRPr lang="en-US"/>
        </a:p>
      </dgm:t>
    </dgm:pt>
    <dgm:pt modelId="{3DEA0ADA-E4E8-4C70-9FCC-EF96C7C7F736}">
      <dgm:prSet/>
      <dgm:spPr/>
      <dgm:t>
        <a:bodyPr/>
        <a:lstStyle/>
        <a:p>
          <a:r>
            <a:rPr lang="en-US"/>
            <a:t>Variable DAYS_EMPLOYED_ANOM (flag)</a:t>
          </a:r>
        </a:p>
      </dgm:t>
    </dgm:pt>
    <dgm:pt modelId="{BFFC7DC2-DAC0-4DBE-8384-4D6F4BA7B86D}" type="parTrans" cxnId="{930BC99C-3784-4A97-96BB-8B274D1DD7A3}">
      <dgm:prSet/>
      <dgm:spPr/>
      <dgm:t>
        <a:bodyPr/>
        <a:lstStyle/>
        <a:p>
          <a:endParaRPr lang="en-US"/>
        </a:p>
      </dgm:t>
    </dgm:pt>
    <dgm:pt modelId="{10798FFE-6A55-4642-B588-4FF9FF071ADE}" type="sibTrans" cxnId="{930BC99C-3784-4A97-96BB-8B274D1DD7A3}">
      <dgm:prSet/>
      <dgm:spPr/>
      <dgm:t>
        <a:bodyPr/>
        <a:lstStyle/>
        <a:p>
          <a:endParaRPr lang="en-US"/>
        </a:p>
      </dgm:t>
    </dgm:pt>
    <dgm:pt modelId="{19111D99-3149-4233-9574-3512CE8EE2FC}">
      <dgm:prSet/>
      <dgm:spPr/>
      <dgm:t>
        <a:bodyPr/>
        <a:lstStyle/>
        <a:p>
          <a:r>
            <a:rPr lang="en-US"/>
            <a:t>Remplacement par NaN</a:t>
          </a:r>
        </a:p>
      </dgm:t>
    </dgm:pt>
    <dgm:pt modelId="{B89A55C0-67A0-4323-999F-087DDE2AD99F}" type="parTrans" cxnId="{ED82CB9C-E485-40D2-A8E9-303491640E25}">
      <dgm:prSet/>
      <dgm:spPr/>
      <dgm:t>
        <a:bodyPr/>
        <a:lstStyle/>
        <a:p>
          <a:endParaRPr lang="en-US"/>
        </a:p>
      </dgm:t>
    </dgm:pt>
    <dgm:pt modelId="{907220D3-8F44-4C74-8719-A7F9EDC2EFCD}" type="sibTrans" cxnId="{ED82CB9C-E485-40D2-A8E9-303491640E25}">
      <dgm:prSet/>
      <dgm:spPr/>
      <dgm:t>
        <a:bodyPr/>
        <a:lstStyle/>
        <a:p>
          <a:endParaRPr lang="en-US"/>
        </a:p>
      </dgm:t>
    </dgm:pt>
    <dgm:pt modelId="{E8B1A8D2-ECFE-4693-9B6F-78998E94CEE0}">
      <dgm:prSet/>
      <dgm:spPr/>
      <dgm:t>
        <a:bodyPr/>
        <a:lstStyle/>
        <a:p>
          <a:r>
            <a:rPr lang="en-US"/>
            <a:t>Conservation de l’information</a:t>
          </a:r>
        </a:p>
      </dgm:t>
    </dgm:pt>
    <dgm:pt modelId="{20598D67-F886-47B5-B077-EDD3F7B6B9CA}" type="parTrans" cxnId="{84340CFB-B9D2-4DB4-AA18-7FC315ED68F8}">
      <dgm:prSet/>
      <dgm:spPr/>
      <dgm:t>
        <a:bodyPr/>
        <a:lstStyle/>
        <a:p>
          <a:endParaRPr lang="en-US"/>
        </a:p>
      </dgm:t>
    </dgm:pt>
    <dgm:pt modelId="{B31057BE-5821-4199-98E7-7B396AEA8E6A}" type="sibTrans" cxnId="{84340CFB-B9D2-4DB4-AA18-7FC315ED68F8}">
      <dgm:prSet/>
      <dgm:spPr/>
      <dgm:t>
        <a:bodyPr/>
        <a:lstStyle/>
        <a:p>
          <a:endParaRPr lang="en-US"/>
        </a:p>
      </dgm:t>
    </dgm:pt>
    <dgm:pt modelId="{8F5E0258-3D86-448F-82BB-71D272DBCA87}">
      <dgm:prSet/>
      <dgm:spPr/>
      <dgm:t>
        <a:bodyPr/>
        <a:lstStyle/>
        <a:p>
          <a:r>
            <a:rPr lang="en-US" b="1"/>
            <a:t>Impact</a:t>
          </a:r>
          <a:endParaRPr lang="en-US"/>
        </a:p>
      </dgm:t>
    </dgm:pt>
    <dgm:pt modelId="{0B8C0125-9324-47DD-B8CD-0DF9231AFEE0}" type="parTrans" cxnId="{58ECAB8E-3277-463A-A798-C0CEE9254CD3}">
      <dgm:prSet/>
      <dgm:spPr/>
      <dgm:t>
        <a:bodyPr/>
        <a:lstStyle/>
        <a:p>
          <a:endParaRPr lang="en-US"/>
        </a:p>
      </dgm:t>
    </dgm:pt>
    <dgm:pt modelId="{2F6D496A-A7A3-466F-9A0A-2D56F6220417}" type="sibTrans" cxnId="{58ECAB8E-3277-463A-A798-C0CEE9254CD3}">
      <dgm:prSet/>
      <dgm:spPr/>
      <dgm:t>
        <a:bodyPr/>
        <a:lstStyle/>
        <a:p>
          <a:endParaRPr lang="en-US"/>
        </a:p>
      </dgm:t>
    </dgm:pt>
    <dgm:pt modelId="{7E93121E-E22E-4F7B-813C-2FAD256BFAF3}">
      <dgm:prSet/>
      <dgm:spPr/>
      <dgm:t>
        <a:bodyPr/>
        <a:lstStyle/>
        <a:p>
          <a:r>
            <a:rPr lang="en-US"/>
            <a:t>Anomalies : 5,5% défaut</a:t>
          </a:r>
        </a:p>
      </dgm:t>
    </dgm:pt>
    <dgm:pt modelId="{315FBB9E-1D8C-4191-9E06-3DE2AA6F0EC6}" type="parTrans" cxnId="{F238026D-6AA3-4AEA-8C5F-179D4E658CD4}">
      <dgm:prSet/>
      <dgm:spPr/>
      <dgm:t>
        <a:bodyPr/>
        <a:lstStyle/>
        <a:p>
          <a:endParaRPr lang="en-US"/>
        </a:p>
      </dgm:t>
    </dgm:pt>
    <dgm:pt modelId="{6DEBB72B-168F-4CCF-96F2-115661984596}" type="sibTrans" cxnId="{F238026D-6AA3-4AEA-8C5F-179D4E658CD4}">
      <dgm:prSet/>
      <dgm:spPr/>
      <dgm:t>
        <a:bodyPr/>
        <a:lstStyle/>
        <a:p>
          <a:endParaRPr lang="en-US"/>
        </a:p>
      </dgm:t>
    </dgm:pt>
    <dgm:pt modelId="{B6B62E2C-2E03-41E8-9CEC-0EA16D6B442A}">
      <dgm:prSet/>
      <dgm:spPr/>
      <dgm:t>
        <a:bodyPr/>
        <a:lstStyle/>
        <a:p>
          <a:r>
            <a:rPr lang="en-US"/>
            <a:t>Non-anomalies : 8,7% défaut</a:t>
          </a:r>
        </a:p>
      </dgm:t>
    </dgm:pt>
    <dgm:pt modelId="{1666A427-DDC7-4963-AE5D-A9872407BF1B}" type="parTrans" cxnId="{980D840A-DACE-46D8-ABA6-91115DEDC0EE}">
      <dgm:prSet/>
      <dgm:spPr/>
      <dgm:t>
        <a:bodyPr/>
        <a:lstStyle/>
        <a:p>
          <a:endParaRPr lang="en-US"/>
        </a:p>
      </dgm:t>
    </dgm:pt>
    <dgm:pt modelId="{47835EFE-2283-4580-9DB3-8C6E81DB8BBC}" type="sibTrans" cxnId="{980D840A-DACE-46D8-ABA6-91115DEDC0EE}">
      <dgm:prSet/>
      <dgm:spPr/>
      <dgm:t>
        <a:bodyPr/>
        <a:lstStyle/>
        <a:p>
          <a:endParaRPr lang="en-US"/>
        </a:p>
      </dgm:t>
    </dgm:pt>
    <dgm:pt modelId="{93B24344-DA60-464B-B294-BCA119ACE7D6}" type="pres">
      <dgm:prSet presAssocID="{1A03BB22-36FF-472B-9016-148E66D63233}" presName="Name0" presStyleCnt="0">
        <dgm:presLayoutVars>
          <dgm:dir/>
          <dgm:animLvl val="lvl"/>
          <dgm:resizeHandles val="exact"/>
        </dgm:presLayoutVars>
      </dgm:prSet>
      <dgm:spPr/>
    </dgm:pt>
    <dgm:pt modelId="{3B24D047-F48A-3F4F-8BEF-844CF53E8813}" type="pres">
      <dgm:prSet presAssocID="{BDD82DF5-3E69-4617-A496-48C23E210999}" presName="linNode" presStyleCnt="0"/>
      <dgm:spPr/>
    </dgm:pt>
    <dgm:pt modelId="{84C45477-3E00-AD4D-9E37-6B5A44CA2048}" type="pres">
      <dgm:prSet presAssocID="{BDD82DF5-3E69-4617-A496-48C23E210999}" presName="parentText" presStyleLbl="node1" presStyleIdx="0" presStyleCnt="3">
        <dgm:presLayoutVars>
          <dgm:chMax val="1"/>
          <dgm:bulletEnabled val="1"/>
        </dgm:presLayoutVars>
      </dgm:prSet>
      <dgm:spPr/>
    </dgm:pt>
    <dgm:pt modelId="{B8D91B39-1C3E-3E47-8152-2E53C885AA89}" type="pres">
      <dgm:prSet presAssocID="{BDD82DF5-3E69-4617-A496-48C23E210999}" presName="descendantText" presStyleLbl="alignAccFollowNode1" presStyleIdx="0" presStyleCnt="3">
        <dgm:presLayoutVars>
          <dgm:bulletEnabled val="1"/>
        </dgm:presLayoutVars>
      </dgm:prSet>
      <dgm:spPr/>
    </dgm:pt>
    <dgm:pt modelId="{526AE506-D85F-3642-A4A1-A75F9AD95F90}" type="pres">
      <dgm:prSet presAssocID="{E9A0312A-3FD6-44EF-B4DD-A920B04FB370}" presName="sp" presStyleCnt="0"/>
      <dgm:spPr/>
    </dgm:pt>
    <dgm:pt modelId="{B28544E3-7A50-4A43-9A68-344408374EB2}" type="pres">
      <dgm:prSet presAssocID="{B67C0B94-67F1-45C9-A77E-249E8682B4BC}" presName="linNode" presStyleCnt="0"/>
      <dgm:spPr/>
    </dgm:pt>
    <dgm:pt modelId="{141E3D9E-FD14-A441-BB15-DDD8EAD0F301}" type="pres">
      <dgm:prSet presAssocID="{B67C0B94-67F1-45C9-A77E-249E8682B4BC}" presName="parentText" presStyleLbl="node1" presStyleIdx="1" presStyleCnt="3">
        <dgm:presLayoutVars>
          <dgm:chMax val="1"/>
          <dgm:bulletEnabled val="1"/>
        </dgm:presLayoutVars>
      </dgm:prSet>
      <dgm:spPr/>
    </dgm:pt>
    <dgm:pt modelId="{7FA93C9D-0FDE-9140-A0D0-897A6CF92BC7}" type="pres">
      <dgm:prSet presAssocID="{B67C0B94-67F1-45C9-A77E-249E8682B4BC}" presName="descendantText" presStyleLbl="alignAccFollowNode1" presStyleIdx="1" presStyleCnt="3">
        <dgm:presLayoutVars>
          <dgm:bulletEnabled val="1"/>
        </dgm:presLayoutVars>
      </dgm:prSet>
      <dgm:spPr/>
    </dgm:pt>
    <dgm:pt modelId="{724130D9-1425-C846-AFB8-AB3CACA36C77}" type="pres">
      <dgm:prSet presAssocID="{F4525678-B0FD-4575-B357-BB7B27813C3C}" presName="sp" presStyleCnt="0"/>
      <dgm:spPr/>
    </dgm:pt>
    <dgm:pt modelId="{00565204-6B28-DE44-A732-C9565AA9BDE1}" type="pres">
      <dgm:prSet presAssocID="{8F5E0258-3D86-448F-82BB-71D272DBCA87}" presName="linNode" presStyleCnt="0"/>
      <dgm:spPr/>
    </dgm:pt>
    <dgm:pt modelId="{CEEC5AB8-9C66-E146-981D-A9615C5A2071}" type="pres">
      <dgm:prSet presAssocID="{8F5E0258-3D86-448F-82BB-71D272DBCA87}" presName="parentText" presStyleLbl="node1" presStyleIdx="2" presStyleCnt="3">
        <dgm:presLayoutVars>
          <dgm:chMax val="1"/>
          <dgm:bulletEnabled val="1"/>
        </dgm:presLayoutVars>
      </dgm:prSet>
      <dgm:spPr/>
    </dgm:pt>
    <dgm:pt modelId="{6C1D70BA-060C-AE42-BE46-3EC82AA263D3}" type="pres">
      <dgm:prSet presAssocID="{8F5E0258-3D86-448F-82BB-71D272DBCA87}" presName="descendantText" presStyleLbl="alignAccFollowNode1" presStyleIdx="2" presStyleCnt="3">
        <dgm:presLayoutVars>
          <dgm:bulletEnabled val="1"/>
        </dgm:presLayoutVars>
      </dgm:prSet>
      <dgm:spPr/>
    </dgm:pt>
  </dgm:ptLst>
  <dgm:cxnLst>
    <dgm:cxn modelId="{462D200A-D827-5342-ABA2-59E0E8A1B165}" type="presOf" srcId="{DF914586-2738-4617-9B82-73BC2A09382D}" destId="{B8D91B39-1C3E-3E47-8152-2E53C885AA89}" srcOrd="0" destOrd="1" presId="urn:microsoft.com/office/officeart/2005/8/layout/vList5"/>
    <dgm:cxn modelId="{980D840A-DACE-46D8-ABA6-91115DEDC0EE}" srcId="{8F5E0258-3D86-448F-82BB-71D272DBCA87}" destId="{B6B62E2C-2E03-41E8-9CEC-0EA16D6B442A}" srcOrd="1" destOrd="0" parTransId="{1666A427-DDC7-4963-AE5D-A9872407BF1B}" sibTransId="{47835EFE-2283-4580-9DB3-8C6E81DB8BBC}"/>
    <dgm:cxn modelId="{5B76B72A-06A9-D24D-B36D-D38F3FD90DB0}" type="presOf" srcId="{8F5E0258-3D86-448F-82BB-71D272DBCA87}" destId="{CEEC5AB8-9C66-E146-981D-A9615C5A2071}" srcOrd="0" destOrd="0" presId="urn:microsoft.com/office/officeart/2005/8/layout/vList5"/>
    <dgm:cxn modelId="{F238026D-6AA3-4AEA-8C5F-179D4E658CD4}" srcId="{8F5E0258-3D86-448F-82BB-71D272DBCA87}" destId="{7E93121E-E22E-4F7B-813C-2FAD256BFAF3}" srcOrd="0" destOrd="0" parTransId="{315FBB9E-1D8C-4191-9E06-3DE2AA6F0EC6}" sibTransId="{6DEBB72B-168F-4CCF-96F2-115661984596}"/>
    <dgm:cxn modelId="{6537AB74-69DE-A44C-BBCE-AE776B19E1C7}" type="presOf" srcId="{3DEA0ADA-E4E8-4C70-9FCC-EF96C7C7F736}" destId="{7FA93C9D-0FDE-9140-A0D0-897A6CF92BC7}" srcOrd="0" destOrd="0" presId="urn:microsoft.com/office/officeart/2005/8/layout/vList5"/>
    <dgm:cxn modelId="{C3857D76-BAE0-A44A-A2ED-29B5F8B05D3D}" type="presOf" srcId="{1A03BB22-36FF-472B-9016-148E66D63233}" destId="{93B24344-DA60-464B-B294-BCA119ACE7D6}" srcOrd="0" destOrd="0" presId="urn:microsoft.com/office/officeart/2005/8/layout/vList5"/>
    <dgm:cxn modelId="{0262DC76-176A-6846-81BD-C5654F5D6E5A}" type="presOf" srcId="{BDD82DF5-3E69-4617-A496-48C23E210999}" destId="{84C45477-3E00-AD4D-9E37-6B5A44CA2048}" srcOrd="0" destOrd="0" presId="urn:microsoft.com/office/officeart/2005/8/layout/vList5"/>
    <dgm:cxn modelId="{7D8F8588-9155-1D46-8D5A-053CFEA76A71}" type="presOf" srcId="{B6B62E2C-2E03-41E8-9CEC-0EA16D6B442A}" destId="{6C1D70BA-060C-AE42-BE46-3EC82AA263D3}" srcOrd="0" destOrd="1" presId="urn:microsoft.com/office/officeart/2005/8/layout/vList5"/>
    <dgm:cxn modelId="{58ECAB8E-3277-463A-A798-C0CEE9254CD3}" srcId="{1A03BB22-36FF-472B-9016-148E66D63233}" destId="{8F5E0258-3D86-448F-82BB-71D272DBCA87}" srcOrd="2" destOrd="0" parTransId="{0B8C0125-9324-47DD-B8CD-0DF9231AFEE0}" sibTransId="{2F6D496A-A7A3-466F-9A0A-2D56F6220417}"/>
    <dgm:cxn modelId="{930BC99C-3784-4A97-96BB-8B274D1DD7A3}" srcId="{B67C0B94-67F1-45C9-A77E-249E8682B4BC}" destId="{3DEA0ADA-E4E8-4C70-9FCC-EF96C7C7F736}" srcOrd="0" destOrd="0" parTransId="{BFFC7DC2-DAC0-4DBE-8384-4D6F4BA7B86D}" sibTransId="{10798FFE-6A55-4642-B588-4FF9FF071ADE}"/>
    <dgm:cxn modelId="{ED82CB9C-E485-40D2-A8E9-303491640E25}" srcId="{B67C0B94-67F1-45C9-A77E-249E8682B4BC}" destId="{19111D99-3149-4233-9574-3512CE8EE2FC}" srcOrd="1" destOrd="0" parTransId="{B89A55C0-67A0-4323-999F-087DDE2AD99F}" sibTransId="{907220D3-8F44-4C74-8719-A7F9EDC2EFCD}"/>
    <dgm:cxn modelId="{D51872B7-894B-7244-A0C3-A7476ABE5D05}" type="presOf" srcId="{B67C0B94-67F1-45C9-A77E-249E8682B4BC}" destId="{141E3D9E-FD14-A441-BB15-DDD8EAD0F301}" srcOrd="0" destOrd="0" presId="urn:microsoft.com/office/officeart/2005/8/layout/vList5"/>
    <dgm:cxn modelId="{DBF0A7BE-5B30-1B4C-96EC-F27D9A139A5B}" type="presOf" srcId="{19111D99-3149-4233-9574-3512CE8EE2FC}" destId="{7FA93C9D-0FDE-9140-A0D0-897A6CF92BC7}" srcOrd="0" destOrd="1" presId="urn:microsoft.com/office/officeart/2005/8/layout/vList5"/>
    <dgm:cxn modelId="{235D62C4-B160-5B40-AA25-909E102731B3}" type="presOf" srcId="{BA4F6156-8CB4-46E8-9CB0-059BAF7F47DD}" destId="{B8D91B39-1C3E-3E47-8152-2E53C885AA89}" srcOrd="0" destOrd="0" presId="urn:microsoft.com/office/officeart/2005/8/layout/vList5"/>
    <dgm:cxn modelId="{94EE8FD7-CEB0-4C88-87A8-EB9F3184ACEF}" srcId="{1A03BB22-36FF-472B-9016-148E66D63233}" destId="{B67C0B94-67F1-45C9-A77E-249E8682B4BC}" srcOrd="1" destOrd="0" parTransId="{B24A638A-DC8F-48D3-A3EE-0F143A73495C}" sibTransId="{F4525678-B0FD-4575-B357-BB7B27813C3C}"/>
    <dgm:cxn modelId="{BAB36EDC-0259-43AC-8501-679637CAA598}" srcId="{BDD82DF5-3E69-4617-A496-48C23E210999}" destId="{BA4F6156-8CB4-46E8-9CB0-059BAF7F47DD}" srcOrd="0" destOrd="0" parTransId="{D999CDA2-2B9A-43C2-8B9A-07B7BE7AE9F7}" sibTransId="{9096B3D9-93E0-40EC-A1B4-392C63917A12}"/>
    <dgm:cxn modelId="{706C65E5-99D6-BC45-9018-0F3C3AE94CEC}" type="presOf" srcId="{7E93121E-E22E-4F7B-813C-2FAD256BFAF3}" destId="{6C1D70BA-060C-AE42-BE46-3EC82AA263D3}" srcOrd="0" destOrd="0" presId="urn:microsoft.com/office/officeart/2005/8/layout/vList5"/>
    <dgm:cxn modelId="{1EBA1CE7-2171-4427-A4AE-1CF38788CC6B}" srcId="{BDD82DF5-3E69-4617-A496-48C23E210999}" destId="{DF914586-2738-4617-9B82-73BC2A09382D}" srcOrd="1" destOrd="0" parTransId="{053EDEEF-38AF-48B1-84B1-92D16F33B9CF}" sibTransId="{B532BFA2-5048-430C-B39D-AA6E90CD92B6}"/>
    <dgm:cxn modelId="{C1445CF2-94B3-6C4D-AE13-B3983DC3D468}" type="presOf" srcId="{E8B1A8D2-ECFE-4693-9B6F-78998E94CEE0}" destId="{7FA93C9D-0FDE-9140-A0D0-897A6CF92BC7}" srcOrd="0" destOrd="2" presId="urn:microsoft.com/office/officeart/2005/8/layout/vList5"/>
    <dgm:cxn modelId="{0B61CBF8-2248-4C18-B610-D025D9B1E904}" srcId="{1A03BB22-36FF-472B-9016-148E66D63233}" destId="{BDD82DF5-3E69-4617-A496-48C23E210999}" srcOrd="0" destOrd="0" parTransId="{830F7C72-96E2-4562-B49E-391C40C3AE01}" sibTransId="{E9A0312A-3FD6-44EF-B4DD-A920B04FB370}"/>
    <dgm:cxn modelId="{84340CFB-B9D2-4DB4-AA18-7FC315ED68F8}" srcId="{B67C0B94-67F1-45C9-A77E-249E8682B4BC}" destId="{E8B1A8D2-ECFE-4693-9B6F-78998E94CEE0}" srcOrd="2" destOrd="0" parTransId="{20598D67-F886-47B5-B077-EDD3F7B6B9CA}" sibTransId="{B31057BE-5821-4199-98E7-7B396AEA8E6A}"/>
    <dgm:cxn modelId="{E7C33DF1-A62E-2544-86A1-DD7FA16FEE3D}" type="presParOf" srcId="{93B24344-DA60-464B-B294-BCA119ACE7D6}" destId="{3B24D047-F48A-3F4F-8BEF-844CF53E8813}" srcOrd="0" destOrd="0" presId="urn:microsoft.com/office/officeart/2005/8/layout/vList5"/>
    <dgm:cxn modelId="{99C15486-83C9-6142-B39F-52AD83D4A295}" type="presParOf" srcId="{3B24D047-F48A-3F4F-8BEF-844CF53E8813}" destId="{84C45477-3E00-AD4D-9E37-6B5A44CA2048}" srcOrd="0" destOrd="0" presId="urn:microsoft.com/office/officeart/2005/8/layout/vList5"/>
    <dgm:cxn modelId="{B73E87E4-37EE-E64C-95D8-D4CF73CB3215}" type="presParOf" srcId="{3B24D047-F48A-3F4F-8BEF-844CF53E8813}" destId="{B8D91B39-1C3E-3E47-8152-2E53C885AA89}" srcOrd="1" destOrd="0" presId="urn:microsoft.com/office/officeart/2005/8/layout/vList5"/>
    <dgm:cxn modelId="{5D28EEC5-94FF-9248-8E7D-8F51896F834D}" type="presParOf" srcId="{93B24344-DA60-464B-B294-BCA119ACE7D6}" destId="{526AE506-D85F-3642-A4A1-A75F9AD95F90}" srcOrd="1" destOrd="0" presId="urn:microsoft.com/office/officeart/2005/8/layout/vList5"/>
    <dgm:cxn modelId="{08EE041A-DCB7-E240-933E-067F1097CD53}" type="presParOf" srcId="{93B24344-DA60-464B-B294-BCA119ACE7D6}" destId="{B28544E3-7A50-4A43-9A68-344408374EB2}" srcOrd="2" destOrd="0" presId="urn:microsoft.com/office/officeart/2005/8/layout/vList5"/>
    <dgm:cxn modelId="{E0083C86-6BAB-CD49-AD12-BF3613FD82E2}" type="presParOf" srcId="{B28544E3-7A50-4A43-9A68-344408374EB2}" destId="{141E3D9E-FD14-A441-BB15-DDD8EAD0F301}" srcOrd="0" destOrd="0" presId="urn:microsoft.com/office/officeart/2005/8/layout/vList5"/>
    <dgm:cxn modelId="{D8242A33-6EAC-A14A-9A58-C4AB97F2AB47}" type="presParOf" srcId="{B28544E3-7A50-4A43-9A68-344408374EB2}" destId="{7FA93C9D-0FDE-9140-A0D0-897A6CF92BC7}" srcOrd="1" destOrd="0" presId="urn:microsoft.com/office/officeart/2005/8/layout/vList5"/>
    <dgm:cxn modelId="{C8F45869-224E-6D4D-820F-C5A6A137192E}" type="presParOf" srcId="{93B24344-DA60-464B-B294-BCA119ACE7D6}" destId="{724130D9-1425-C846-AFB8-AB3CACA36C77}" srcOrd="3" destOrd="0" presId="urn:microsoft.com/office/officeart/2005/8/layout/vList5"/>
    <dgm:cxn modelId="{F98A5E84-4842-7740-BF71-2BEB2395E958}" type="presParOf" srcId="{93B24344-DA60-464B-B294-BCA119ACE7D6}" destId="{00565204-6B28-DE44-A732-C9565AA9BDE1}" srcOrd="4" destOrd="0" presId="urn:microsoft.com/office/officeart/2005/8/layout/vList5"/>
    <dgm:cxn modelId="{260D245B-DC62-D243-B85F-3EB2122521CA}" type="presParOf" srcId="{00565204-6B28-DE44-A732-C9565AA9BDE1}" destId="{CEEC5AB8-9C66-E146-981D-A9615C5A2071}" srcOrd="0" destOrd="0" presId="urn:microsoft.com/office/officeart/2005/8/layout/vList5"/>
    <dgm:cxn modelId="{020CC7B1-AA1B-4047-BA1A-22B6C6C1E2BF}" type="presParOf" srcId="{00565204-6B28-DE44-A732-C9565AA9BDE1}" destId="{6C1D70BA-060C-AE42-BE46-3EC82AA263D3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F00C9D84-2F01-45D8-9883-0EF9DEED0B65}" type="doc">
      <dgm:prSet loTypeId="urn:microsoft.com/office/officeart/2005/8/layout/defaul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DAD985F8-15B3-4C11-88A8-6338A823670D}">
      <dgm:prSet/>
      <dgm:spPr/>
      <dgm:t>
        <a:bodyPr/>
        <a:lstStyle/>
        <a:p>
          <a:r>
            <a:rPr lang="en-US" b="1"/>
            <a:t>Constat</a:t>
          </a:r>
          <a:endParaRPr lang="en-US"/>
        </a:p>
      </dgm:t>
    </dgm:pt>
    <dgm:pt modelId="{1BEF6F2A-7A66-47DE-965C-72D12E2E9A6E}" type="parTrans" cxnId="{01544720-0959-4402-B20C-A0B39E758D50}">
      <dgm:prSet/>
      <dgm:spPr/>
      <dgm:t>
        <a:bodyPr/>
        <a:lstStyle/>
        <a:p>
          <a:endParaRPr lang="en-US"/>
        </a:p>
      </dgm:t>
    </dgm:pt>
    <dgm:pt modelId="{5E94DFE2-68BF-47BB-BF53-3FD02B7C0D3A}" type="sibTrans" cxnId="{01544720-0959-4402-B20C-A0B39E758D50}">
      <dgm:prSet/>
      <dgm:spPr/>
      <dgm:t>
        <a:bodyPr/>
        <a:lstStyle/>
        <a:p>
          <a:endParaRPr lang="en-US"/>
        </a:p>
      </dgm:t>
    </dgm:pt>
    <dgm:pt modelId="{63CA4646-6321-4A73-A2CA-9B561C75B74A}">
      <dgm:prSet/>
      <dgm:spPr/>
      <dgm:t>
        <a:bodyPr/>
        <a:lstStyle/>
        <a:p>
          <a:r>
            <a:rPr lang="en-US"/>
            <a:t>67 colonnes avec NaN (sur 122)</a:t>
          </a:r>
        </a:p>
      </dgm:t>
    </dgm:pt>
    <dgm:pt modelId="{8D7DC773-2AA2-46C0-BEDE-B91749A6DA77}" type="parTrans" cxnId="{1535366D-A808-4726-81F3-0573E59A7E3B}">
      <dgm:prSet/>
      <dgm:spPr/>
      <dgm:t>
        <a:bodyPr/>
        <a:lstStyle/>
        <a:p>
          <a:endParaRPr lang="en-US"/>
        </a:p>
      </dgm:t>
    </dgm:pt>
    <dgm:pt modelId="{7D994C00-EE71-4A3B-BEE8-70165422AE03}" type="sibTrans" cxnId="{1535366D-A808-4726-81F3-0573E59A7E3B}">
      <dgm:prSet/>
      <dgm:spPr/>
      <dgm:t>
        <a:bodyPr/>
        <a:lstStyle/>
        <a:p>
          <a:endParaRPr lang="en-US"/>
        </a:p>
      </dgm:t>
    </dgm:pt>
    <dgm:pt modelId="{F95D3D36-C418-4875-8C98-E0CCC62CE427}">
      <dgm:prSet/>
      <dgm:spPr/>
      <dgm:t>
        <a:bodyPr/>
        <a:lstStyle/>
        <a:p>
          <a:r>
            <a:rPr lang="en-US"/>
            <a:t>Jusqu’à 70% de NaN pour certaines</a:t>
          </a:r>
        </a:p>
      </dgm:t>
    </dgm:pt>
    <dgm:pt modelId="{9944965D-AFC7-405B-9132-F2C711D25435}" type="parTrans" cxnId="{ECB9A38C-CD91-4D46-932B-687299641CB3}">
      <dgm:prSet/>
      <dgm:spPr/>
      <dgm:t>
        <a:bodyPr/>
        <a:lstStyle/>
        <a:p>
          <a:endParaRPr lang="en-US"/>
        </a:p>
      </dgm:t>
    </dgm:pt>
    <dgm:pt modelId="{D44E342E-6875-4719-B42A-758B99B12034}" type="sibTrans" cxnId="{ECB9A38C-CD91-4D46-932B-687299641CB3}">
      <dgm:prSet/>
      <dgm:spPr/>
      <dgm:t>
        <a:bodyPr/>
        <a:lstStyle/>
        <a:p>
          <a:endParaRPr lang="en-US"/>
        </a:p>
      </dgm:t>
    </dgm:pt>
    <dgm:pt modelId="{663A38CE-ED63-4671-8A1B-0485512AD503}">
      <dgm:prSet/>
      <dgm:spPr/>
      <dgm:t>
        <a:bodyPr/>
        <a:lstStyle/>
        <a:p>
          <a:r>
            <a:rPr lang="en-US" b="1"/>
            <a:t>Stratégie</a:t>
          </a:r>
          <a:endParaRPr lang="en-US"/>
        </a:p>
      </dgm:t>
    </dgm:pt>
    <dgm:pt modelId="{1E428207-ED51-4704-9D03-C3932171BBE3}" type="parTrans" cxnId="{8F3F38D8-87DF-4593-AE14-637BC8B0B4F2}">
      <dgm:prSet/>
      <dgm:spPr/>
      <dgm:t>
        <a:bodyPr/>
        <a:lstStyle/>
        <a:p>
          <a:endParaRPr lang="en-US"/>
        </a:p>
      </dgm:t>
    </dgm:pt>
    <dgm:pt modelId="{B2EF4F73-E3BB-43BC-AD02-852866BB78CD}" type="sibTrans" cxnId="{8F3F38D8-87DF-4593-AE14-637BC8B0B4F2}">
      <dgm:prSet/>
      <dgm:spPr/>
      <dgm:t>
        <a:bodyPr/>
        <a:lstStyle/>
        <a:p>
          <a:endParaRPr lang="en-US"/>
        </a:p>
      </dgm:t>
    </dgm:pt>
    <dgm:pt modelId="{EB96BAB6-6A70-4153-8A09-8596E14766C0}">
      <dgm:prSet/>
      <dgm:spPr/>
      <dgm:t>
        <a:bodyPr/>
        <a:lstStyle/>
        <a:p>
          <a:r>
            <a:rPr lang="en-US"/>
            <a:t>Seuil : 20% maximum de NaN</a:t>
          </a:r>
        </a:p>
      </dgm:t>
    </dgm:pt>
    <dgm:pt modelId="{CE7FE1F4-2AE6-41B8-9BAF-5E088748942B}" type="parTrans" cxnId="{07A69130-2C42-4DA3-BCF3-DF7F06D13008}">
      <dgm:prSet/>
      <dgm:spPr/>
      <dgm:t>
        <a:bodyPr/>
        <a:lstStyle/>
        <a:p>
          <a:endParaRPr lang="en-US"/>
        </a:p>
      </dgm:t>
    </dgm:pt>
    <dgm:pt modelId="{AC0E49C3-1C46-4AD6-9408-7D63AB088818}" type="sibTrans" cxnId="{07A69130-2C42-4DA3-BCF3-DF7F06D13008}">
      <dgm:prSet/>
      <dgm:spPr/>
      <dgm:t>
        <a:bodyPr/>
        <a:lstStyle/>
        <a:p>
          <a:endParaRPr lang="en-US"/>
        </a:p>
      </dgm:t>
    </dgm:pt>
    <dgm:pt modelId="{74752F0C-8567-49C4-9CFA-94F5FDFC1146}">
      <dgm:prSet/>
      <dgm:spPr/>
      <dgm:t>
        <a:bodyPr/>
        <a:lstStyle/>
        <a:p>
          <a:r>
            <a:rPr lang="en-US"/>
            <a:t>Variables numériques : </a:t>
          </a:r>
          <a:r>
            <a:rPr lang="en-US" b="1"/>
            <a:t>KNN imputation (K=5)</a:t>
          </a:r>
          <a:endParaRPr lang="en-US"/>
        </a:p>
      </dgm:t>
    </dgm:pt>
    <dgm:pt modelId="{1E4EA62A-41C0-49E3-BDCC-4D2D41DCCDAE}" type="parTrans" cxnId="{18013181-3BC7-472A-85E1-973771364B54}">
      <dgm:prSet/>
      <dgm:spPr/>
      <dgm:t>
        <a:bodyPr/>
        <a:lstStyle/>
        <a:p>
          <a:endParaRPr lang="en-US"/>
        </a:p>
      </dgm:t>
    </dgm:pt>
    <dgm:pt modelId="{70BCA089-67E7-460A-A74F-EF73B67C96EC}" type="sibTrans" cxnId="{18013181-3BC7-472A-85E1-973771364B54}">
      <dgm:prSet/>
      <dgm:spPr/>
      <dgm:t>
        <a:bodyPr/>
        <a:lstStyle/>
        <a:p>
          <a:endParaRPr lang="en-US"/>
        </a:p>
      </dgm:t>
    </dgm:pt>
    <dgm:pt modelId="{2CCB3943-2119-4C4B-9949-2E9A66D0B69D}">
      <dgm:prSet/>
      <dgm:spPr/>
      <dgm:t>
        <a:bodyPr/>
        <a:lstStyle/>
        <a:p>
          <a:r>
            <a:rPr lang="en-US"/>
            <a:t>Variables catégorielles : </a:t>
          </a:r>
          <a:r>
            <a:rPr lang="en-US" b="1"/>
            <a:t>Mode</a:t>
          </a:r>
          <a:endParaRPr lang="en-US"/>
        </a:p>
      </dgm:t>
    </dgm:pt>
    <dgm:pt modelId="{7948ED4A-FF64-4C6D-BC0F-0142A05A91C7}" type="parTrans" cxnId="{D956F28B-FA12-4958-BC43-FCACFDCE47FA}">
      <dgm:prSet/>
      <dgm:spPr/>
      <dgm:t>
        <a:bodyPr/>
        <a:lstStyle/>
        <a:p>
          <a:endParaRPr lang="en-US"/>
        </a:p>
      </dgm:t>
    </dgm:pt>
    <dgm:pt modelId="{C0E4E571-BB4F-4DA9-BF97-60DC57383B39}" type="sibTrans" cxnId="{D956F28B-FA12-4958-BC43-FCACFDCE47FA}">
      <dgm:prSet/>
      <dgm:spPr/>
      <dgm:t>
        <a:bodyPr/>
        <a:lstStyle/>
        <a:p>
          <a:endParaRPr lang="en-US"/>
        </a:p>
      </dgm:t>
    </dgm:pt>
    <dgm:pt modelId="{D0E48B81-4E4F-4557-B4FC-E2AFF71DC941}">
      <dgm:prSet/>
      <dgm:spPr/>
      <dgm:t>
        <a:bodyPr/>
        <a:lstStyle/>
        <a:p>
          <a:r>
            <a:rPr lang="en-US"/>
            <a:t>Suppression des trop lacunaires</a:t>
          </a:r>
        </a:p>
      </dgm:t>
    </dgm:pt>
    <dgm:pt modelId="{0DF5A3C3-FAFC-4244-A36B-CD2816413E1D}" type="parTrans" cxnId="{0C416F2F-EB5F-4728-94C2-43FD2A85F050}">
      <dgm:prSet/>
      <dgm:spPr/>
      <dgm:t>
        <a:bodyPr/>
        <a:lstStyle/>
        <a:p>
          <a:endParaRPr lang="en-US"/>
        </a:p>
      </dgm:t>
    </dgm:pt>
    <dgm:pt modelId="{05E4C110-0FEF-4232-9BF3-B59C8297C65A}" type="sibTrans" cxnId="{0C416F2F-EB5F-4728-94C2-43FD2A85F050}">
      <dgm:prSet/>
      <dgm:spPr/>
      <dgm:t>
        <a:bodyPr/>
        <a:lstStyle/>
        <a:p>
          <a:endParaRPr lang="en-US"/>
        </a:p>
      </dgm:t>
    </dgm:pt>
    <dgm:pt modelId="{3701066E-0AEE-044A-9F39-D3861940E074}" type="pres">
      <dgm:prSet presAssocID="{F00C9D84-2F01-45D8-9883-0EF9DEED0B65}" presName="diagram" presStyleCnt="0">
        <dgm:presLayoutVars>
          <dgm:dir/>
          <dgm:resizeHandles val="exact"/>
        </dgm:presLayoutVars>
      </dgm:prSet>
      <dgm:spPr/>
    </dgm:pt>
    <dgm:pt modelId="{48F849DC-063C-8841-A1D2-1E0AEC30A8E8}" type="pres">
      <dgm:prSet presAssocID="{DAD985F8-15B3-4C11-88A8-6338A823670D}" presName="node" presStyleLbl="node1" presStyleIdx="0" presStyleCnt="2">
        <dgm:presLayoutVars>
          <dgm:bulletEnabled val="1"/>
        </dgm:presLayoutVars>
      </dgm:prSet>
      <dgm:spPr/>
    </dgm:pt>
    <dgm:pt modelId="{23393130-B2AC-2945-9BB5-3F1B114D71C8}" type="pres">
      <dgm:prSet presAssocID="{5E94DFE2-68BF-47BB-BF53-3FD02B7C0D3A}" presName="sibTrans" presStyleCnt="0"/>
      <dgm:spPr/>
    </dgm:pt>
    <dgm:pt modelId="{F71957CD-870D-7B48-8D23-0D56B60A6686}" type="pres">
      <dgm:prSet presAssocID="{663A38CE-ED63-4671-8A1B-0485512AD503}" presName="node" presStyleLbl="node1" presStyleIdx="1" presStyleCnt="2">
        <dgm:presLayoutVars>
          <dgm:bulletEnabled val="1"/>
        </dgm:presLayoutVars>
      </dgm:prSet>
      <dgm:spPr/>
    </dgm:pt>
  </dgm:ptLst>
  <dgm:cxnLst>
    <dgm:cxn modelId="{01544720-0959-4402-B20C-A0B39E758D50}" srcId="{F00C9D84-2F01-45D8-9883-0EF9DEED0B65}" destId="{DAD985F8-15B3-4C11-88A8-6338A823670D}" srcOrd="0" destOrd="0" parTransId="{1BEF6F2A-7A66-47DE-965C-72D12E2E9A6E}" sibTransId="{5E94DFE2-68BF-47BB-BF53-3FD02B7C0D3A}"/>
    <dgm:cxn modelId="{0C416F2F-EB5F-4728-94C2-43FD2A85F050}" srcId="{663A38CE-ED63-4671-8A1B-0485512AD503}" destId="{D0E48B81-4E4F-4557-B4FC-E2AFF71DC941}" srcOrd="3" destOrd="0" parTransId="{0DF5A3C3-FAFC-4244-A36B-CD2816413E1D}" sibTransId="{05E4C110-0FEF-4232-9BF3-B59C8297C65A}"/>
    <dgm:cxn modelId="{07A69130-2C42-4DA3-BCF3-DF7F06D13008}" srcId="{663A38CE-ED63-4671-8A1B-0485512AD503}" destId="{EB96BAB6-6A70-4153-8A09-8596E14766C0}" srcOrd="0" destOrd="0" parTransId="{CE7FE1F4-2AE6-41B8-9BAF-5E088748942B}" sibTransId="{AC0E49C3-1C46-4AD6-9408-7D63AB088818}"/>
    <dgm:cxn modelId="{C785DC32-C928-2C40-B024-EB85B0F513A3}" type="presOf" srcId="{2CCB3943-2119-4C4B-9949-2E9A66D0B69D}" destId="{F71957CD-870D-7B48-8D23-0D56B60A6686}" srcOrd="0" destOrd="3" presId="urn:microsoft.com/office/officeart/2005/8/layout/default"/>
    <dgm:cxn modelId="{2DBD8B4B-BF5E-1B4F-93A9-72A44FE73766}" type="presOf" srcId="{74752F0C-8567-49C4-9CFA-94F5FDFC1146}" destId="{F71957CD-870D-7B48-8D23-0D56B60A6686}" srcOrd="0" destOrd="2" presId="urn:microsoft.com/office/officeart/2005/8/layout/default"/>
    <dgm:cxn modelId="{1535366D-A808-4726-81F3-0573E59A7E3B}" srcId="{DAD985F8-15B3-4C11-88A8-6338A823670D}" destId="{63CA4646-6321-4A73-A2CA-9B561C75B74A}" srcOrd="0" destOrd="0" parTransId="{8D7DC773-2AA2-46C0-BEDE-B91749A6DA77}" sibTransId="{7D994C00-EE71-4A3B-BEE8-70165422AE03}"/>
    <dgm:cxn modelId="{699E2D79-4E89-BD4A-8322-8932EB106A4E}" type="presOf" srcId="{F95D3D36-C418-4875-8C98-E0CCC62CE427}" destId="{48F849DC-063C-8841-A1D2-1E0AEC30A8E8}" srcOrd="0" destOrd="2" presId="urn:microsoft.com/office/officeart/2005/8/layout/default"/>
    <dgm:cxn modelId="{18013181-3BC7-472A-85E1-973771364B54}" srcId="{663A38CE-ED63-4671-8A1B-0485512AD503}" destId="{74752F0C-8567-49C4-9CFA-94F5FDFC1146}" srcOrd="1" destOrd="0" parTransId="{1E4EA62A-41C0-49E3-BDCC-4D2D41DCCDAE}" sibTransId="{70BCA089-67E7-460A-A74F-EF73B67C96EC}"/>
    <dgm:cxn modelId="{A3E5D288-10CC-3F4D-81CB-48335FD34B16}" type="presOf" srcId="{DAD985F8-15B3-4C11-88A8-6338A823670D}" destId="{48F849DC-063C-8841-A1D2-1E0AEC30A8E8}" srcOrd="0" destOrd="0" presId="urn:microsoft.com/office/officeart/2005/8/layout/default"/>
    <dgm:cxn modelId="{D956F28B-FA12-4958-BC43-FCACFDCE47FA}" srcId="{663A38CE-ED63-4671-8A1B-0485512AD503}" destId="{2CCB3943-2119-4C4B-9949-2E9A66D0B69D}" srcOrd="2" destOrd="0" parTransId="{7948ED4A-FF64-4C6D-BC0F-0142A05A91C7}" sibTransId="{C0E4E571-BB4F-4DA9-BF97-60DC57383B39}"/>
    <dgm:cxn modelId="{ECB9A38C-CD91-4D46-932B-687299641CB3}" srcId="{DAD985F8-15B3-4C11-88A8-6338A823670D}" destId="{F95D3D36-C418-4875-8C98-E0CCC62CE427}" srcOrd="1" destOrd="0" parTransId="{9944965D-AFC7-405B-9132-F2C711D25435}" sibTransId="{D44E342E-6875-4719-B42A-758B99B12034}"/>
    <dgm:cxn modelId="{EE8DD08F-677E-0D44-A6F2-E0DCD1990BB7}" type="presOf" srcId="{F00C9D84-2F01-45D8-9883-0EF9DEED0B65}" destId="{3701066E-0AEE-044A-9F39-D3861940E074}" srcOrd="0" destOrd="0" presId="urn:microsoft.com/office/officeart/2005/8/layout/default"/>
    <dgm:cxn modelId="{B8F0279B-BCB7-0547-B562-91F24F823348}" type="presOf" srcId="{63CA4646-6321-4A73-A2CA-9B561C75B74A}" destId="{48F849DC-063C-8841-A1D2-1E0AEC30A8E8}" srcOrd="0" destOrd="1" presId="urn:microsoft.com/office/officeart/2005/8/layout/default"/>
    <dgm:cxn modelId="{7BA828AD-1C10-8941-87E8-B0381DE594C3}" type="presOf" srcId="{EB96BAB6-6A70-4153-8A09-8596E14766C0}" destId="{F71957CD-870D-7B48-8D23-0D56B60A6686}" srcOrd="0" destOrd="1" presId="urn:microsoft.com/office/officeart/2005/8/layout/default"/>
    <dgm:cxn modelId="{0F75EEC7-2E9B-0946-81C5-96906AD44EE8}" type="presOf" srcId="{D0E48B81-4E4F-4557-B4FC-E2AFF71DC941}" destId="{F71957CD-870D-7B48-8D23-0D56B60A6686}" srcOrd="0" destOrd="4" presId="urn:microsoft.com/office/officeart/2005/8/layout/default"/>
    <dgm:cxn modelId="{8F3F38D8-87DF-4593-AE14-637BC8B0B4F2}" srcId="{F00C9D84-2F01-45D8-9883-0EF9DEED0B65}" destId="{663A38CE-ED63-4671-8A1B-0485512AD503}" srcOrd="1" destOrd="0" parTransId="{1E428207-ED51-4704-9D03-C3932171BBE3}" sibTransId="{B2EF4F73-E3BB-43BC-AD02-852866BB78CD}"/>
    <dgm:cxn modelId="{64A3AADF-EAE4-3948-9160-A81BDA294A79}" type="presOf" srcId="{663A38CE-ED63-4671-8A1B-0485512AD503}" destId="{F71957CD-870D-7B48-8D23-0D56B60A6686}" srcOrd="0" destOrd="0" presId="urn:microsoft.com/office/officeart/2005/8/layout/default"/>
    <dgm:cxn modelId="{96308B4D-4F9D-9E43-A697-F52893DBA01A}" type="presParOf" srcId="{3701066E-0AEE-044A-9F39-D3861940E074}" destId="{48F849DC-063C-8841-A1D2-1E0AEC30A8E8}" srcOrd="0" destOrd="0" presId="urn:microsoft.com/office/officeart/2005/8/layout/default"/>
    <dgm:cxn modelId="{83930E38-00CE-8145-BEB8-E42D4BFDB05E}" type="presParOf" srcId="{3701066E-0AEE-044A-9F39-D3861940E074}" destId="{23393130-B2AC-2945-9BB5-3F1B114D71C8}" srcOrd="1" destOrd="0" presId="urn:microsoft.com/office/officeart/2005/8/layout/default"/>
    <dgm:cxn modelId="{2D35E380-3B34-FE41-BC59-8B1E746F9F08}" type="presParOf" srcId="{3701066E-0AEE-044A-9F39-D3861940E074}" destId="{F71957CD-870D-7B48-8D23-0D56B60A6686}" srcOrd="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455FA79D-78E4-459F-9689-33A05E4A2D06}" type="doc">
      <dgm:prSet loTypeId="urn:microsoft.com/office/officeart/2005/8/layout/vList5" loCatId="list" qsTypeId="urn:microsoft.com/office/officeart/2005/8/quickstyle/simple1" qsCatId="simple" csTypeId="urn:microsoft.com/office/officeart/2005/8/colors/accent4_2" csCatId="accent4"/>
      <dgm:spPr/>
      <dgm:t>
        <a:bodyPr/>
        <a:lstStyle/>
        <a:p>
          <a:endParaRPr lang="en-US"/>
        </a:p>
      </dgm:t>
    </dgm:pt>
    <dgm:pt modelId="{6588932B-DE59-4A5F-8723-5811AAF0127F}">
      <dgm:prSet/>
      <dgm:spPr/>
      <dgm:t>
        <a:bodyPr/>
        <a:lstStyle/>
        <a:p>
          <a:r>
            <a:rPr lang="en-US" b="1"/>
            <a:t>Variables créées</a:t>
          </a:r>
          <a:endParaRPr lang="en-US"/>
        </a:p>
      </dgm:t>
    </dgm:pt>
    <dgm:pt modelId="{FCC6B242-1317-4798-8203-3618A35905A6}" type="parTrans" cxnId="{A3925264-4395-4217-9EF9-FD65729AA1AD}">
      <dgm:prSet/>
      <dgm:spPr/>
      <dgm:t>
        <a:bodyPr/>
        <a:lstStyle/>
        <a:p>
          <a:endParaRPr lang="en-US"/>
        </a:p>
      </dgm:t>
    </dgm:pt>
    <dgm:pt modelId="{589C9C86-B64D-4431-9605-95E27D369C45}" type="sibTrans" cxnId="{A3925264-4395-4217-9EF9-FD65729AA1AD}">
      <dgm:prSet/>
      <dgm:spPr/>
      <dgm:t>
        <a:bodyPr/>
        <a:lstStyle/>
        <a:p>
          <a:endParaRPr lang="en-US"/>
        </a:p>
      </dgm:t>
    </dgm:pt>
    <dgm:pt modelId="{FAF10F46-CBD6-4B58-8273-2A2C69185436}">
      <dgm:prSet/>
      <dgm:spPr/>
      <dgm:t>
        <a:bodyPr/>
        <a:lstStyle/>
        <a:p>
          <a:r>
            <a:rPr lang="en-US" b="1"/>
            <a:t>CREDIT_DEBT_RATIO</a:t>
          </a:r>
          <a:endParaRPr lang="en-US"/>
        </a:p>
      </dgm:t>
    </dgm:pt>
    <dgm:pt modelId="{7A38C787-D80F-4F62-A59C-B6E3D4D98D2B}" type="parTrans" cxnId="{D570140B-88BA-40E5-882A-CD67F8154552}">
      <dgm:prSet/>
      <dgm:spPr/>
      <dgm:t>
        <a:bodyPr/>
        <a:lstStyle/>
        <a:p>
          <a:endParaRPr lang="en-US"/>
        </a:p>
      </dgm:t>
    </dgm:pt>
    <dgm:pt modelId="{565F92F1-C798-4151-BA62-BF07C0DC50A7}" type="sibTrans" cxnId="{D570140B-88BA-40E5-882A-CD67F8154552}">
      <dgm:prSet/>
      <dgm:spPr/>
      <dgm:t>
        <a:bodyPr/>
        <a:lstStyle/>
        <a:p>
          <a:endParaRPr lang="en-US"/>
        </a:p>
      </dgm:t>
    </dgm:pt>
    <dgm:pt modelId="{B80B0498-AD9F-40E5-B767-09C5041A9881}">
      <dgm:prSet/>
      <dgm:spPr/>
      <dgm:t>
        <a:bodyPr/>
        <a:lstStyle/>
        <a:p>
          <a:r>
            <a:rPr lang="en-US"/>
            <a:t>AMT_CREDIT / AMT_INCOME_TOTAL</a:t>
          </a:r>
        </a:p>
      </dgm:t>
    </dgm:pt>
    <dgm:pt modelId="{AA364F45-AD79-4ACD-B991-CD0AE36AB1D1}" type="parTrans" cxnId="{174CF51E-EA2B-477E-A0CD-447536736CD1}">
      <dgm:prSet/>
      <dgm:spPr/>
      <dgm:t>
        <a:bodyPr/>
        <a:lstStyle/>
        <a:p>
          <a:endParaRPr lang="en-US"/>
        </a:p>
      </dgm:t>
    </dgm:pt>
    <dgm:pt modelId="{76A2335E-2107-4223-A354-926E24DF996B}" type="sibTrans" cxnId="{174CF51E-EA2B-477E-A0CD-447536736CD1}">
      <dgm:prSet/>
      <dgm:spPr/>
      <dgm:t>
        <a:bodyPr/>
        <a:lstStyle/>
        <a:p>
          <a:endParaRPr lang="en-US"/>
        </a:p>
      </dgm:t>
    </dgm:pt>
    <dgm:pt modelId="{D6B3ACBA-EA80-4A6F-8B36-87EDB189B78F}">
      <dgm:prSet/>
      <dgm:spPr/>
      <dgm:t>
        <a:bodyPr/>
        <a:lstStyle/>
        <a:p>
          <a:r>
            <a:rPr lang="en-US" b="1"/>
            <a:t>PART_SOCIALE</a:t>
          </a:r>
          <a:endParaRPr lang="en-US"/>
        </a:p>
      </dgm:t>
    </dgm:pt>
    <dgm:pt modelId="{3F7DEFD9-9E0C-4BD2-AEDC-B722A17825D1}" type="parTrans" cxnId="{3781D421-40A3-4876-8F35-B428657406CB}">
      <dgm:prSet/>
      <dgm:spPr/>
      <dgm:t>
        <a:bodyPr/>
        <a:lstStyle/>
        <a:p>
          <a:endParaRPr lang="en-US"/>
        </a:p>
      </dgm:t>
    </dgm:pt>
    <dgm:pt modelId="{2DF4FA33-DDBA-4CE3-BFBE-1EB22FBD1C8B}" type="sibTrans" cxnId="{3781D421-40A3-4876-8F35-B428657406CB}">
      <dgm:prSet/>
      <dgm:spPr/>
      <dgm:t>
        <a:bodyPr/>
        <a:lstStyle/>
        <a:p>
          <a:endParaRPr lang="en-US"/>
        </a:p>
      </dgm:t>
    </dgm:pt>
    <dgm:pt modelId="{727D46D1-EA75-4B71-8BBF-6813A96CA27D}">
      <dgm:prSet/>
      <dgm:spPr/>
      <dgm:t>
        <a:bodyPr/>
        <a:lstStyle/>
        <a:p>
          <a:r>
            <a:rPr lang="en-US"/>
            <a:t>AMT_INCOME_TOTAL / (CNT_CHILDREN + 1)</a:t>
          </a:r>
        </a:p>
      </dgm:t>
    </dgm:pt>
    <dgm:pt modelId="{62687C26-042E-40B1-84C7-A21DF045B116}" type="parTrans" cxnId="{4D223B04-59CF-49F8-B9C5-04520234CB23}">
      <dgm:prSet/>
      <dgm:spPr/>
      <dgm:t>
        <a:bodyPr/>
        <a:lstStyle/>
        <a:p>
          <a:endParaRPr lang="en-US"/>
        </a:p>
      </dgm:t>
    </dgm:pt>
    <dgm:pt modelId="{857D85B4-B02C-450F-A354-F162D27CC4CA}" type="sibTrans" cxnId="{4D223B04-59CF-49F8-B9C5-04520234CB23}">
      <dgm:prSet/>
      <dgm:spPr/>
      <dgm:t>
        <a:bodyPr/>
        <a:lstStyle/>
        <a:p>
          <a:endParaRPr lang="en-US"/>
        </a:p>
      </dgm:t>
    </dgm:pt>
    <dgm:pt modelId="{25719764-541F-4782-9E29-20DEE1B237B2}">
      <dgm:prSet/>
      <dgm:spPr/>
      <dgm:t>
        <a:bodyPr/>
        <a:lstStyle/>
        <a:p>
          <a:r>
            <a:rPr lang="en-US" b="1"/>
            <a:t>YEARS_BIRTH</a:t>
          </a:r>
          <a:endParaRPr lang="en-US"/>
        </a:p>
      </dgm:t>
    </dgm:pt>
    <dgm:pt modelId="{7B9578B6-7137-4CDE-B62F-87D73A8A7359}" type="parTrans" cxnId="{6B8EEA71-C89E-4C3B-BA23-B974787B5D54}">
      <dgm:prSet/>
      <dgm:spPr/>
      <dgm:t>
        <a:bodyPr/>
        <a:lstStyle/>
        <a:p>
          <a:endParaRPr lang="en-US"/>
        </a:p>
      </dgm:t>
    </dgm:pt>
    <dgm:pt modelId="{B104732B-647F-4FFE-89FB-83C421492197}" type="sibTrans" cxnId="{6B8EEA71-C89E-4C3B-BA23-B974787B5D54}">
      <dgm:prSet/>
      <dgm:spPr/>
      <dgm:t>
        <a:bodyPr/>
        <a:lstStyle/>
        <a:p>
          <a:endParaRPr lang="en-US"/>
        </a:p>
      </dgm:t>
    </dgm:pt>
    <dgm:pt modelId="{3C2DC543-4DA9-44E5-B99D-1C9C3F633D2F}">
      <dgm:prSet/>
      <dgm:spPr/>
      <dgm:t>
        <a:bodyPr/>
        <a:lstStyle/>
        <a:p>
          <a:r>
            <a:rPr lang="en-US"/>
            <a:t>DAYS_BIRTH / 365</a:t>
          </a:r>
        </a:p>
      </dgm:t>
    </dgm:pt>
    <dgm:pt modelId="{C3BBCD75-A619-4FA8-BBBE-2F87DA47A532}" type="parTrans" cxnId="{D9B2195C-516C-4478-A65C-B226201EE395}">
      <dgm:prSet/>
      <dgm:spPr/>
      <dgm:t>
        <a:bodyPr/>
        <a:lstStyle/>
        <a:p>
          <a:endParaRPr lang="en-US"/>
        </a:p>
      </dgm:t>
    </dgm:pt>
    <dgm:pt modelId="{9DD7C22B-FD7C-406E-89F0-4D51152D7C9A}" type="sibTrans" cxnId="{D9B2195C-516C-4478-A65C-B226201EE395}">
      <dgm:prSet/>
      <dgm:spPr/>
      <dgm:t>
        <a:bodyPr/>
        <a:lstStyle/>
        <a:p>
          <a:endParaRPr lang="en-US"/>
        </a:p>
      </dgm:t>
    </dgm:pt>
    <dgm:pt modelId="{C97DB40E-6E94-4A46-BCFF-DE8418E06429}">
      <dgm:prSet/>
      <dgm:spPr/>
      <dgm:t>
        <a:bodyPr/>
        <a:lstStyle/>
        <a:p>
          <a:r>
            <a:rPr lang="en-US" b="1"/>
            <a:t>Résultat</a:t>
          </a:r>
          <a:endParaRPr lang="en-US"/>
        </a:p>
      </dgm:t>
    </dgm:pt>
    <dgm:pt modelId="{70C12DD1-53A7-4B7E-B155-48279E973CF3}" type="parTrans" cxnId="{5F77B082-6BA2-4084-8963-E55BA50AC4C6}">
      <dgm:prSet/>
      <dgm:spPr/>
      <dgm:t>
        <a:bodyPr/>
        <a:lstStyle/>
        <a:p>
          <a:endParaRPr lang="en-US"/>
        </a:p>
      </dgm:t>
    </dgm:pt>
    <dgm:pt modelId="{B182B601-B737-4CE5-912D-BE082A1AA5E1}" type="sibTrans" cxnId="{5F77B082-6BA2-4084-8963-E55BA50AC4C6}">
      <dgm:prSet/>
      <dgm:spPr/>
      <dgm:t>
        <a:bodyPr/>
        <a:lstStyle/>
        <a:p>
          <a:endParaRPr lang="en-US"/>
        </a:p>
      </dgm:t>
    </dgm:pt>
    <dgm:pt modelId="{7E57FF06-520D-4C5A-96A8-5C5AD0D405F2}">
      <dgm:prSet/>
      <dgm:spPr/>
      <dgm:t>
        <a:bodyPr/>
        <a:lstStyle/>
        <a:p>
          <a:r>
            <a:rPr lang="en-US"/>
            <a:t>122 → 240 features (après encoding)</a:t>
          </a:r>
        </a:p>
      </dgm:t>
    </dgm:pt>
    <dgm:pt modelId="{9AACDD96-2ADC-432F-919C-4A7E13C4E735}" type="parTrans" cxnId="{16060843-3561-4985-97B3-E4A256789357}">
      <dgm:prSet/>
      <dgm:spPr/>
      <dgm:t>
        <a:bodyPr/>
        <a:lstStyle/>
        <a:p>
          <a:endParaRPr lang="en-US"/>
        </a:p>
      </dgm:t>
    </dgm:pt>
    <dgm:pt modelId="{73C74283-70DB-45E6-B26F-5A1361D47021}" type="sibTrans" cxnId="{16060843-3561-4985-97B3-E4A256789357}">
      <dgm:prSet/>
      <dgm:spPr/>
      <dgm:t>
        <a:bodyPr/>
        <a:lstStyle/>
        <a:p>
          <a:endParaRPr lang="en-US"/>
        </a:p>
      </dgm:t>
    </dgm:pt>
    <dgm:pt modelId="{3E690A55-6D0B-41E9-98DD-9E461440C093}">
      <dgm:prSet/>
      <dgm:spPr/>
      <dgm:t>
        <a:bodyPr/>
        <a:lstStyle/>
        <a:p>
          <a:r>
            <a:rPr lang="en-US"/>
            <a:t>Sélection → 27 features finales</a:t>
          </a:r>
        </a:p>
      </dgm:t>
    </dgm:pt>
    <dgm:pt modelId="{780C168D-238D-438C-A63E-F3C5683AED71}" type="parTrans" cxnId="{83F17D38-3BF6-4CED-87B0-3BCCC74B77DD}">
      <dgm:prSet/>
      <dgm:spPr/>
      <dgm:t>
        <a:bodyPr/>
        <a:lstStyle/>
        <a:p>
          <a:endParaRPr lang="en-US"/>
        </a:p>
      </dgm:t>
    </dgm:pt>
    <dgm:pt modelId="{AB94F131-C533-40DA-A60B-3B774D756DC7}" type="sibTrans" cxnId="{83F17D38-3BF6-4CED-87B0-3BCCC74B77DD}">
      <dgm:prSet/>
      <dgm:spPr/>
      <dgm:t>
        <a:bodyPr/>
        <a:lstStyle/>
        <a:p>
          <a:endParaRPr lang="en-US"/>
        </a:p>
      </dgm:t>
    </dgm:pt>
    <dgm:pt modelId="{8DB354D8-BCF2-1444-985A-6A2C977C2109}" type="pres">
      <dgm:prSet presAssocID="{455FA79D-78E4-459F-9689-33A05E4A2D06}" presName="Name0" presStyleCnt="0">
        <dgm:presLayoutVars>
          <dgm:dir/>
          <dgm:animLvl val="lvl"/>
          <dgm:resizeHandles val="exact"/>
        </dgm:presLayoutVars>
      </dgm:prSet>
      <dgm:spPr/>
    </dgm:pt>
    <dgm:pt modelId="{CD423610-FA78-CC45-A295-DE2FD9A3DE02}" type="pres">
      <dgm:prSet presAssocID="{6588932B-DE59-4A5F-8723-5811AAF0127F}" presName="linNode" presStyleCnt="0"/>
      <dgm:spPr/>
    </dgm:pt>
    <dgm:pt modelId="{4CA13607-3FC7-5E4E-95D2-9EB33EB8AAD3}" type="pres">
      <dgm:prSet presAssocID="{6588932B-DE59-4A5F-8723-5811AAF0127F}" presName="parentText" presStyleLbl="node1" presStyleIdx="0" presStyleCnt="5">
        <dgm:presLayoutVars>
          <dgm:chMax val="1"/>
          <dgm:bulletEnabled val="1"/>
        </dgm:presLayoutVars>
      </dgm:prSet>
      <dgm:spPr/>
    </dgm:pt>
    <dgm:pt modelId="{DA37DBDD-CE81-5943-B3D8-584BAF3DE6FB}" type="pres">
      <dgm:prSet presAssocID="{589C9C86-B64D-4431-9605-95E27D369C45}" presName="sp" presStyleCnt="0"/>
      <dgm:spPr/>
    </dgm:pt>
    <dgm:pt modelId="{B1C6563B-7F98-494A-B3D8-72836F2D886A}" type="pres">
      <dgm:prSet presAssocID="{FAF10F46-CBD6-4B58-8273-2A2C69185436}" presName="linNode" presStyleCnt="0"/>
      <dgm:spPr/>
    </dgm:pt>
    <dgm:pt modelId="{371B35F9-AFF6-4440-B12B-3E2BC6C750A4}" type="pres">
      <dgm:prSet presAssocID="{FAF10F46-CBD6-4B58-8273-2A2C69185436}" presName="parentText" presStyleLbl="node1" presStyleIdx="1" presStyleCnt="5">
        <dgm:presLayoutVars>
          <dgm:chMax val="1"/>
          <dgm:bulletEnabled val="1"/>
        </dgm:presLayoutVars>
      </dgm:prSet>
      <dgm:spPr/>
    </dgm:pt>
    <dgm:pt modelId="{6DD447B8-CA33-0B4B-8556-6EDC4FEBB3FB}" type="pres">
      <dgm:prSet presAssocID="{FAF10F46-CBD6-4B58-8273-2A2C69185436}" presName="descendantText" presStyleLbl="alignAccFollowNode1" presStyleIdx="0" presStyleCnt="4">
        <dgm:presLayoutVars>
          <dgm:bulletEnabled val="1"/>
        </dgm:presLayoutVars>
      </dgm:prSet>
      <dgm:spPr/>
    </dgm:pt>
    <dgm:pt modelId="{8A5FB51A-1686-5D43-A9F0-5164A7AA31DB}" type="pres">
      <dgm:prSet presAssocID="{565F92F1-C798-4151-BA62-BF07C0DC50A7}" presName="sp" presStyleCnt="0"/>
      <dgm:spPr/>
    </dgm:pt>
    <dgm:pt modelId="{94872209-23C7-D341-9B35-23998E01A348}" type="pres">
      <dgm:prSet presAssocID="{D6B3ACBA-EA80-4A6F-8B36-87EDB189B78F}" presName="linNode" presStyleCnt="0"/>
      <dgm:spPr/>
    </dgm:pt>
    <dgm:pt modelId="{28EB8F3A-C0D8-9A48-BA74-FE5A7A2CC4B3}" type="pres">
      <dgm:prSet presAssocID="{D6B3ACBA-EA80-4A6F-8B36-87EDB189B78F}" presName="parentText" presStyleLbl="node1" presStyleIdx="2" presStyleCnt="5">
        <dgm:presLayoutVars>
          <dgm:chMax val="1"/>
          <dgm:bulletEnabled val="1"/>
        </dgm:presLayoutVars>
      </dgm:prSet>
      <dgm:spPr/>
    </dgm:pt>
    <dgm:pt modelId="{25FE05F5-DF72-8A4A-A339-1B7A237AEAEC}" type="pres">
      <dgm:prSet presAssocID="{D6B3ACBA-EA80-4A6F-8B36-87EDB189B78F}" presName="descendantText" presStyleLbl="alignAccFollowNode1" presStyleIdx="1" presStyleCnt="4">
        <dgm:presLayoutVars>
          <dgm:bulletEnabled val="1"/>
        </dgm:presLayoutVars>
      </dgm:prSet>
      <dgm:spPr/>
    </dgm:pt>
    <dgm:pt modelId="{1FAE0C43-FC0C-4045-9BE9-A00D5A158EAC}" type="pres">
      <dgm:prSet presAssocID="{2DF4FA33-DDBA-4CE3-BFBE-1EB22FBD1C8B}" presName="sp" presStyleCnt="0"/>
      <dgm:spPr/>
    </dgm:pt>
    <dgm:pt modelId="{165E4719-4CEB-3A4C-B8BB-38795FDADD6A}" type="pres">
      <dgm:prSet presAssocID="{25719764-541F-4782-9E29-20DEE1B237B2}" presName="linNode" presStyleCnt="0"/>
      <dgm:spPr/>
    </dgm:pt>
    <dgm:pt modelId="{BDBC118E-1CE0-9A42-8675-872A1C5CEAE1}" type="pres">
      <dgm:prSet presAssocID="{25719764-541F-4782-9E29-20DEE1B237B2}" presName="parentText" presStyleLbl="node1" presStyleIdx="3" presStyleCnt="5">
        <dgm:presLayoutVars>
          <dgm:chMax val="1"/>
          <dgm:bulletEnabled val="1"/>
        </dgm:presLayoutVars>
      </dgm:prSet>
      <dgm:spPr/>
    </dgm:pt>
    <dgm:pt modelId="{1C85859A-2F80-A84C-82A1-4B6682895351}" type="pres">
      <dgm:prSet presAssocID="{25719764-541F-4782-9E29-20DEE1B237B2}" presName="descendantText" presStyleLbl="alignAccFollowNode1" presStyleIdx="2" presStyleCnt="4">
        <dgm:presLayoutVars>
          <dgm:bulletEnabled val="1"/>
        </dgm:presLayoutVars>
      </dgm:prSet>
      <dgm:spPr/>
    </dgm:pt>
    <dgm:pt modelId="{212BB63E-34B0-CD4F-85CA-37B790FDF518}" type="pres">
      <dgm:prSet presAssocID="{B104732B-647F-4FFE-89FB-83C421492197}" presName="sp" presStyleCnt="0"/>
      <dgm:spPr/>
    </dgm:pt>
    <dgm:pt modelId="{934681F5-1EAE-0749-A275-5245FC99222F}" type="pres">
      <dgm:prSet presAssocID="{C97DB40E-6E94-4A46-BCFF-DE8418E06429}" presName="linNode" presStyleCnt="0"/>
      <dgm:spPr/>
    </dgm:pt>
    <dgm:pt modelId="{037CBC17-71CE-2C4E-A2FA-0CCCF15A3E56}" type="pres">
      <dgm:prSet presAssocID="{C97DB40E-6E94-4A46-BCFF-DE8418E06429}" presName="parentText" presStyleLbl="node1" presStyleIdx="4" presStyleCnt="5">
        <dgm:presLayoutVars>
          <dgm:chMax val="1"/>
          <dgm:bulletEnabled val="1"/>
        </dgm:presLayoutVars>
      </dgm:prSet>
      <dgm:spPr/>
    </dgm:pt>
    <dgm:pt modelId="{63D915D4-779B-464F-9B7B-4CBB8663D41A}" type="pres">
      <dgm:prSet presAssocID="{C97DB40E-6E94-4A46-BCFF-DE8418E06429}" presName="descendantText" presStyleLbl="alignAccFollowNode1" presStyleIdx="3" presStyleCnt="4">
        <dgm:presLayoutVars>
          <dgm:bulletEnabled val="1"/>
        </dgm:presLayoutVars>
      </dgm:prSet>
      <dgm:spPr/>
    </dgm:pt>
  </dgm:ptLst>
  <dgm:cxnLst>
    <dgm:cxn modelId="{4D223B04-59CF-49F8-B9C5-04520234CB23}" srcId="{D6B3ACBA-EA80-4A6F-8B36-87EDB189B78F}" destId="{727D46D1-EA75-4B71-8BBF-6813A96CA27D}" srcOrd="0" destOrd="0" parTransId="{62687C26-042E-40B1-84C7-A21DF045B116}" sibTransId="{857D85B4-B02C-450F-A354-F162D27CC4CA}"/>
    <dgm:cxn modelId="{D570140B-88BA-40E5-882A-CD67F8154552}" srcId="{455FA79D-78E4-459F-9689-33A05E4A2D06}" destId="{FAF10F46-CBD6-4B58-8273-2A2C69185436}" srcOrd="1" destOrd="0" parTransId="{7A38C787-D80F-4F62-A59C-B6E3D4D98D2B}" sibTransId="{565F92F1-C798-4151-BA62-BF07C0DC50A7}"/>
    <dgm:cxn modelId="{65493B0E-7961-2442-AD4E-4F8F8068F9C6}" type="presOf" srcId="{455FA79D-78E4-459F-9689-33A05E4A2D06}" destId="{8DB354D8-BCF2-1444-985A-6A2C977C2109}" srcOrd="0" destOrd="0" presId="urn:microsoft.com/office/officeart/2005/8/layout/vList5"/>
    <dgm:cxn modelId="{B9130119-57C4-8E4B-800D-8BC0B5CFF0AF}" type="presOf" srcId="{3E690A55-6D0B-41E9-98DD-9E461440C093}" destId="{63D915D4-779B-464F-9B7B-4CBB8663D41A}" srcOrd="0" destOrd="1" presId="urn:microsoft.com/office/officeart/2005/8/layout/vList5"/>
    <dgm:cxn modelId="{174CF51E-EA2B-477E-A0CD-447536736CD1}" srcId="{FAF10F46-CBD6-4B58-8273-2A2C69185436}" destId="{B80B0498-AD9F-40E5-B767-09C5041A9881}" srcOrd="0" destOrd="0" parTransId="{AA364F45-AD79-4ACD-B991-CD0AE36AB1D1}" sibTransId="{76A2335E-2107-4223-A354-926E24DF996B}"/>
    <dgm:cxn modelId="{3781D421-40A3-4876-8F35-B428657406CB}" srcId="{455FA79D-78E4-459F-9689-33A05E4A2D06}" destId="{D6B3ACBA-EA80-4A6F-8B36-87EDB189B78F}" srcOrd="2" destOrd="0" parTransId="{3F7DEFD9-9E0C-4BD2-AEDC-B722A17825D1}" sibTransId="{2DF4FA33-DDBA-4CE3-BFBE-1EB22FBD1C8B}"/>
    <dgm:cxn modelId="{44615729-33BE-D94D-9EC9-A75134573AA0}" type="presOf" srcId="{FAF10F46-CBD6-4B58-8273-2A2C69185436}" destId="{371B35F9-AFF6-4440-B12B-3E2BC6C750A4}" srcOrd="0" destOrd="0" presId="urn:microsoft.com/office/officeart/2005/8/layout/vList5"/>
    <dgm:cxn modelId="{0DF2D22C-B450-3A47-A2E2-67AC76BDF86F}" type="presOf" srcId="{25719764-541F-4782-9E29-20DEE1B237B2}" destId="{BDBC118E-1CE0-9A42-8675-872A1C5CEAE1}" srcOrd="0" destOrd="0" presId="urn:microsoft.com/office/officeart/2005/8/layout/vList5"/>
    <dgm:cxn modelId="{83F17D38-3BF6-4CED-87B0-3BCCC74B77DD}" srcId="{C97DB40E-6E94-4A46-BCFF-DE8418E06429}" destId="{3E690A55-6D0B-41E9-98DD-9E461440C093}" srcOrd="1" destOrd="0" parTransId="{780C168D-238D-438C-A63E-F3C5683AED71}" sibTransId="{AB94F131-C533-40DA-A60B-3B774D756DC7}"/>
    <dgm:cxn modelId="{F1E0473C-76F8-6E44-9185-C1A7DBDD5B6B}" type="presOf" srcId="{7E57FF06-520D-4C5A-96A8-5C5AD0D405F2}" destId="{63D915D4-779B-464F-9B7B-4CBB8663D41A}" srcOrd="0" destOrd="0" presId="urn:microsoft.com/office/officeart/2005/8/layout/vList5"/>
    <dgm:cxn modelId="{16060843-3561-4985-97B3-E4A256789357}" srcId="{C97DB40E-6E94-4A46-BCFF-DE8418E06429}" destId="{7E57FF06-520D-4C5A-96A8-5C5AD0D405F2}" srcOrd="0" destOrd="0" parTransId="{9AACDD96-2ADC-432F-919C-4A7E13C4E735}" sibTransId="{73C74283-70DB-45E6-B26F-5A1361D47021}"/>
    <dgm:cxn modelId="{D9B2195C-516C-4478-A65C-B226201EE395}" srcId="{25719764-541F-4782-9E29-20DEE1B237B2}" destId="{3C2DC543-4DA9-44E5-B99D-1C9C3F633D2F}" srcOrd="0" destOrd="0" parTransId="{C3BBCD75-A619-4FA8-BBBE-2F87DA47A532}" sibTransId="{9DD7C22B-FD7C-406E-89F0-4D51152D7C9A}"/>
    <dgm:cxn modelId="{A3925264-4395-4217-9EF9-FD65729AA1AD}" srcId="{455FA79D-78E4-459F-9689-33A05E4A2D06}" destId="{6588932B-DE59-4A5F-8723-5811AAF0127F}" srcOrd="0" destOrd="0" parTransId="{FCC6B242-1317-4798-8203-3618A35905A6}" sibTransId="{589C9C86-B64D-4431-9605-95E27D369C45}"/>
    <dgm:cxn modelId="{6B8EEA71-C89E-4C3B-BA23-B974787B5D54}" srcId="{455FA79D-78E4-459F-9689-33A05E4A2D06}" destId="{25719764-541F-4782-9E29-20DEE1B237B2}" srcOrd="3" destOrd="0" parTransId="{7B9578B6-7137-4CDE-B62F-87D73A8A7359}" sibTransId="{B104732B-647F-4FFE-89FB-83C421492197}"/>
    <dgm:cxn modelId="{5F77B082-6BA2-4084-8963-E55BA50AC4C6}" srcId="{455FA79D-78E4-459F-9689-33A05E4A2D06}" destId="{C97DB40E-6E94-4A46-BCFF-DE8418E06429}" srcOrd="4" destOrd="0" parTransId="{70C12DD1-53A7-4B7E-B155-48279E973CF3}" sibTransId="{B182B601-B737-4CE5-912D-BE082A1AA5E1}"/>
    <dgm:cxn modelId="{A66A9989-D3D3-1249-8A10-CAA634B9E821}" type="presOf" srcId="{B80B0498-AD9F-40E5-B767-09C5041A9881}" destId="{6DD447B8-CA33-0B4B-8556-6EDC4FEBB3FB}" srcOrd="0" destOrd="0" presId="urn:microsoft.com/office/officeart/2005/8/layout/vList5"/>
    <dgm:cxn modelId="{35E2C898-5342-AD47-AF5D-E0DDEC361B49}" type="presOf" srcId="{727D46D1-EA75-4B71-8BBF-6813A96CA27D}" destId="{25FE05F5-DF72-8A4A-A339-1B7A237AEAEC}" srcOrd="0" destOrd="0" presId="urn:microsoft.com/office/officeart/2005/8/layout/vList5"/>
    <dgm:cxn modelId="{EA38369B-7653-8947-9B92-B600664DE372}" type="presOf" srcId="{6588932B-DE59-4A5F-8723-5811AAF0127F}" destId="{4CA13607-3FC7-5E4E-95D2-9EB33EB8AAD3}" srcOrd="0" destOrd="0" presId="urn:microsoft.com/office/officeart/2005/8/layout/vList5"/>
    <dgm:cxn modelId="{D38AB0A6-8373-374E-9A0C-81E22609A0AD}" type="presOf" srcId="{3C2DC543-4DA9-44E5-B99D-1C9C3F633D2F}" destId="{1C85859A-2F80-A84C-82A1-4B6682895351}" srcOrd="0" destOrd="0" presId="urn:microsoft.com/office/officeart/2005/8/layout/vList5"/>
    <dgm:cxn modelId="{C1F8F1A7-2AAC-1C44-B46C-C7C40BF417E2}" type="presOf" srcId="{C97DB40E-6E94-4A46-BCFF-DE8418E06429}" destId="{037CBC17-71CE-2C4E-A2FA-0CCCF15A3E56}" srcOrd="0" destOrd="0" presId="urn:microsoft.com/office/officeart/2005/8/layout/vList5"/>
    <dgm:cxn modelId="{EC3D24FF-BC0F-3F48-838E-1E3B3B829695}" type="presOf" srcId="{D6B3ACBA-EA80-4A6F-8B36-87EDB189B78F}" destId="{28EB8F3A-C0D8-9A48-BA74-FE5A7A2CC4B3}" srcOrd="0" destOrd="0" presId="urn:microsoft.com/office/officeart/2005/8/layout/vList5"/>
    <dgm:cxn modelId="{670408B6-440C-CB43-8F3F-E47A45F2C341}" type="presParOf" srcId="{8DB354D8-BCF2-1444-985A-6A2C977C2109}" destId="{CD423610-FA78-CC45-A295-DE2FD9A3DE02}" srcOrd="0" destOrd="0" presId="urn:microsoft.com/office/officeart/2005/8/layout/vList5"/>
    <dgm:cxn modelId="{CCFD9A40-2EF8-604F-A050-EC7F84848F24}" type="presParOf" srcId="{CD423610-FA78-CC45-A295-DE2FD9A3DE02}" destId="{4CA13607-3FC7-5E4E-95D2-9EB33EB8AAD3}" srcOrd="0" destOrd="0" presId="urn:microsoft.com/office/officeart/2005/8/layout/vList5"/>
    <dgm:cxn modelId="{43E65033-EDB5-5540-9827-C50B9F908D35}" type="presParOf" srcId="{8DB354D8-BCF2-1444-985A-6A2C977C2109}" destId="{DA37DBDD-CE81-5943-B3D8-584BAF3DE6FB}" srcOrd="1" destOrd="0" presId="urn:microsoft.com/office/officeart/2005/8/layout/vList5"/>
    <dgm:cxn modelId="{FE49CABA-B809-1547-BDDD-A2102613B7D3}" type="presParOf" srcId="{8DB354D8-BCF2-1444-985A-6A2C977C2109}" destId="{B1C6563B-7F98-494A-B3D8-72836F2D886A}" srcOrd="2" destOrd="0" presId="urn:microsoft.com/office/officeart/2005/8/layout/vList5"/>
    <dgm:cxn modelId="{21C3148A-4CE6-E040-BDC2-2C4815DAE83B}" type="presParOf" srcId="{B1C6563B-7F98-494A-B3D8-72836F2D886A}" destId="{371B35F9-AFF6-4440-B12B-3E2BC6C750A4}" srcOrd="0" destOrd="0" presId="urn:microsoft.com/office/officeart/2005/8/layout/vList5"/>
    <dgm:cxn modelId="{18C4DB14-89C7-CB41-93D7-F22DEFF1BD90}" type="presParOf" srcId="{B1C6563B-7F98-494A-B3D8-72836F2D886A}" destId="{6DD447B8-CA33-0B4B-8556-6EDC4FEBB3FB}" srcOrd="1" destOrd="0" presId="urn:microsoft.com/office/officeart/2005/8/layout/vList5"/>
    <dgm:cxn modelId="{496BFC41-E5CD-5649-8CB9-D16543931B37}" type="presParOf" srcId="{8DB354D8-BCF2-1444-985A-6A2C977C2109}" destId="{8A5FB51A-1686-5D43-A9F0-5164A7AA31DB}" srcOrd="3" destOrd="0" presId="urn:microsoft.com/office/officeart/2005/8/layout/vList5"/>
    <dgm:cxn modelId="{8FB1B8C7-FF89-D24F-B51D-27A94B329C59}" type="presParOf" srcId="{8DB354D8-BCF2-1444-985A-6A2C977C2109}" destId="{94872209-23C7-D341-9B35-23998E01A348}" srcOrd="4" destOrd="0" presId="urn:microsoft.com/office/officeart/2005/8/layout/vList5"/>
    <dgm:cxn modelId="{A4AA0FC0-D923-C24E-86D2-124B45FAD81F}" type="presParOf" srcId="{94872209-23C7-D341-9B35-23998E01A348}" destId="{28EB8F3A-C0D8-9A48-BA74-FE5A7A2CC4B3}" srcOrd="0" destOrd="0" presId="urn:microsoft.com/office/officeart/2005/8/layout/vList5"/>
    <dgm:cxn modelId="{11CAF907-F214-D74C-B40D-11B2D5DEE861}" type="presParOf" srcId="{94872209-23C7-D341-9B35-23998E01A348}" destId="{25FE05F5-DF72-8A4A-A339-1B7A237AEAEC}" srcOrd="1" destOrd="0" presId="urn:microsoft.com/office/officeart/2005/8/layout/vList5"/>
    <dgm:cxn modelId="{C7679C07-4019-E143-A01A-36F362CE0D1A}" type="presParOf" srcId="{8DB354D8-BCF2-1444-985A-6A2C977C2109}" destId="{1FAE0C43-FC0C-4045-9BE9-A00D5A158EAC}" srcOrd="5" destOrd="0" presId="urn:microsoft.com/office/officeart/2005/8/layout/vList5"/>
    <dgm:cxn modelId="{7BF9AB94-85AE-EA4A-BE37-3D913078E425}" type="presParOf" srcId="{8DB354D8-BCF2-1444-985A-6A2C977C2109}" destId="{165E4719-4CEB-3A4C-B8BB-38795FDADD6A}" srcOrd="6" destOrd="0" presId="urn:microsoft.com/office/officeart/2005/8/layout/vList5"/>
    <dgm:cxn modelId="{E6513302-0AD0-A940-AE50-8F4CFE372FCE}" type="presParOf" srcId="{165E4719-4CEB-3A4C-B8BB-38795FDADD6A}" destId="{BDBC118E-1CE0-9A42-8675-872A1C5CEAE1}" srcOrd="0" destOrd="0" presId="urn:microsoft.com/office/officeart/2005/8/layout/vList5"/>
    <dgm:cxn modelId="{18A51E16-A880-824C-929F-F013C3E11BAF}" type="presParOf" srcId="{165E4719-4CEB-3A4C-B8BB-38795FDADD6A}" destId="{1C85859A-2F80-A84C-82A1-4B6682895351}" srcOrd="1" destOrd="0" presId="urn:microsoft.com/office/officeart/2005/8/layout/vList5"/>
    <dgm:cxn modelId="{2958195A-E123-FF45-B501-BE63929359FF}" type="presParOf" srcId="{8DB354D8-BCF2-1444-985A-6A2C977C2109}" destId="{212BB63E-34B0-CD4F-85CA-37B790FDF518}" srcOrd="7" destOrd="0" presId="urn:microsoft.com/office/officeart/2005/8/layout/vList5"/>
    <dgm:cxn modelId="{030096FA-FA92-1142-B725-ADA3B2AD1490}" type="presParOf" srcId="{8DB354D8-BCF2-1444-985A-6A2C977C2109}" destId="{934681F5-1EAE-0749-A275-5245FC99222F}" srcOrd="8" destOrd="0" presId="urn:microsoft.com/office/officeart/2005/8/layout/vList5"/>
    <dgm:cxn modelId="{1CB6CAAE-4B19-2A46-934A-E13694FB69AB}" type="presParOf" srcId="{934681F5-1EAE-0749-A275-5245FC99222F}" destId="{037CBC17-71CE-2C4E-A2FA-0CCCF15A3E56}" srcOrd="0" destOrd="0" presId="urn:microsoft.com/office/officeart/2005/8/layout/vList5"/>
    <dgm:cxn modelId="{CCB347B8-E92E-A449-902E-CF196CDD2419}" type="presParOf" srcId="{934681F5-1EAE-0749-A275-5245FC99222F}" destId="{63D915D4-779B-464F-9B7B-4CBB8663D41A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2EA79C96-CB13-4B9B-ACED-C3B7D56C25F3}" type="doc">
      <dgm:prSet loTypeId="urn:microsoft.com/office/officeart/2005/8/layout/default" loCatId="list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3D184489-8944-4E18-BD2A-1674B63DB881}">
      <dgm:prSet/>
      <dgm:spPr/>
      <dgm:t>
        <a:bodyPr/>
        <a:lstStyle/>
        <a:p>
          <a:r>
            <a:rPr lang="en-US" b="1"/>
            <a:t>Performance</a:t>
          </a:r>
          <a:endParaRPr lang="en-US"/>
        </a:p>
      </dgm:t>
    </dgm:pt>
    <dgm:pt modelId="{F5F05B4D-CE0B-488B-AA57-96B9528A27D9}" type="parTrans" cxnId="{AC7D36F1-8927-41A8-9A7D-64E73A803B1B}">
      <dgm:prSet/>
      <dgm:spPr/>
      <dgm:t>
        <a:bodyPr/>
        <a:lstStyle/>
        <a:p>
          <a:endParaRPr lang="en-US"/>
        </a:p>
      </dgm:t>
    </dgm:pt>
    <dgm:pt modelId="{9952704C-233C-494A-B7E3-6B7BDDA62A89}" type="sibTrans" cxnId="{AC7D36F1-8927-41A8-9A7D-64E73A803B1B}">
      <dgm:prSet/>
      <dgm:spPr/>
      <dgm:t>
        <a:bodyPr/>
        <a:lstStyle/>
        <a:p>
          <a:endParaRPr lang="en-US"/>
        </a:p>
      </dgm:t>
    </dgm:pt>
    <dgm:pt modelId="{E4FC89B4-2092-458D-93ED-62C7E16B7F8C}">
      <dgm:prSet/>
      <dgm:spPr/>
      <dgm:t>
        <a:bodyPr/>
        <a:lstStyle/>
        <a:p>
          <a:r>
            <a:rPr lang="en-US"/>
            <a:t>Régression Logistique : AUC = 0.720</a:t>
          </a:r>
        </a:p>
      </dgm:t>
    </dgm:pt>
    <dgm:pt modelId="{1080C8F5-9AD1-484A-A78F-91C3A052DDCD}" type="parTrans" cxnId="{8A7DE61D-0E24-41D7-828A-558893FBC977}">
      <dgm:prSet/>
      <dgm:spPr/>
      <dgm:t>
        <a:bodyPr/>
        <a:lstStyle/>
        <a:p>
          <a:endParaRPr lang="en-US"/>
        </a:p>
      </dgm:t>
    </dgm:pt>
    <dgm:pt modelId="{83ABD0B8-A956-43DA-A7AC-FC38216390C6}" type="sibTrans" cxnId="{8A7DE61D-0E24-41D7-828A-558893FBC977}">
      <dgm:prSet/>
      <dgm:spPr/>
      <dgm:t>
        <a:bodyPr/>
        <a:lstStyle/>
        <a:p>
          <a:endParaRPr lang="en-US"/>
        </a:p>
      </dgm:t>
    </dgm:pt>
    <dgm:pt modelId="{DCC8E622-F760-466D-95F4-36E084B404E6}">
      <dgm:prSet/>
      <dgm:spPr/>
      <dgm:t>
        <a:bodyPr/>
        <a:lstStyle/>
        <a:p>
          <a:r>
            <a:rPr lang="en-US"/>
            <a:t>Random Forest : AUC = 0.732</a:t>
          </a:r>
        </a:p>
      </dgm:t>
    </dgm:pt>
    <dgm:pt modelId="{E1F2E588-3185-4B59-AA35-29EF849DE29A}" type="parTrans" cxnId="{CCBB5988-FF4A-4F9F-B1E4-96B7CDDA60EF}">
      <dgm:prSet/>
      <dgm:spPr/>
      <dgm:t>
        <a:bodyPr/>
        <a:lstStyle/>
        <a:p>
          <a:endParaRPr lang="en-US"/>
        </a:p>
      </dgm:t>
    </dgm:pt>
    <dgm:pt modelId="{B91E0B56-BAFB-4C3E-B1DF-35DD1842F2E8}" type="sibTrans" cxnId="{CCBB5988-FF4A-4F9F-B1E4-96B7CDDA60EF}">
      <dgm:prSet/>
      <dgm:spPr/>
      <dgm:t>
        <a:bodyPr/>
        <a:lstStyle/>
        <a:p>
          <a:endParaRPr lang="en-US"/>
        </a:p>
      </dgm:t>
    </dgm:pt>
    <dgm:pt modelId="{B4E80148-0330-4A1C-AED3-549310FF38CA}">
      <dgm:prSet/>
      <dgm:spPr/>
      <dgm:t>
        <a:bodyPr/>
        <a:lstStyle/>
        <a:p>
          <a:r>
            <a:rPr lang="en-US" b="1"/>
            <a:t>LightGBM : AUC = 0.741</a:t>
          </a:r>
          <a:r>
            <a:rPr lang="en-US"/>
            <a:t> ✓</a:t>
          </a:r>
        </a:p>
      </dgm:t>
    </dgm:pt>
    <dgm:pt modelId="{8994814C-38F4-47DA-AFF9-D321FCB618FA}" type="parTrans" cxnId="{C77F0DA1-939B-49FA-B4E9-B4B70347A214}">
      <dgm:prSet/>
      <dgm:spPr/>
      <dgm:t>
        <a:bodyPr/>
        <a:lstStyle/>
        <a:p>
          <a:endParaRPr lang="en-US"/>
        </a:p>
      </dgm:t>
    </dgm:pt>
    <dgm:pt modelId="{5E55D814-3582-475C-80F8-FE19E8EFBA0B}" type="sibTrans" cxnId="{C77F0DA1-939B-49FA-B4E9-B4B70347A214}">
      <dgm:prSet/>
      <dgm:spPr/>
      <dgm:t>
        <a:bodyPr/>
        <a:lstStyle/>
        <a:p>
          <a:endParaRPr lang="en-US"/>
        </a:p>
      </dgm:t>
    </dgm:pt>
    <dgm:pt modelId="{71DEA0E7-1ED8-4B4B-AE88-D0031DA05494}">
      <dgm:prSet/>
      <dgm:spPr/>
      <dgm:t>
        <a:bodyPr/>
        <a:lstStyle/>
        <a:p>
          <a:r>
            <a:rPr lang="en-US" b="1"/>
            <a:t>Validation</a:t>
          </a:r>
          <a:endParaRPr lang="en-US"/>
        </a:p>
      </dgm:t>
    </dgm:pt>
    <dgm:pt modelId="{F21AF46F-F0CB-4B32-B3B4-456569B7B349}" type="parTrans" cxnId="{183F2235-DA89-46E6-B51D-BE8D7FC624C2}">
      <dgm:prSet/>
      <dgm:spPr/>
      <dgm:t>
        <a:bodyPr/>
        <a:lstStyle/>
        <a:p>
          <a:endParaRPr lang="en-US"/>
        </a:p>
      </dgm:t>
    </dgm:pt>
    <dgm:pt modelId="{7A3DEC20-1EF3-4132-8B31-D06CB8A01FEB}" type="sibTrans" cxnId="{183F2235-DA89-46E6-B51D-BE8D7FC624C2}">
      <dgm:prSet/>
      <dgm:spPr/>
      <dgm:t>
        <a:bodyPr/>
        <a:lstStyle/>
        <a:p>
          <a:endParaRPr lang="en-US"/>
        </a:p>
      </dgm:t>
    </dgm:pt>
    <dgm:pt modelId="{F06838A0-6FE0-475A-890B-C4BB14B97BD1}">
      <dgm:prSet/>
      <dgm:spPr/>
      <dgm:t>
        <a:bodyPr/>
        <a:lstStyle/>
        <a:p>
          <a:r>
            <a:rPr lang="en-US"/>
            <a:t>AUC &lt; 0.82 → Pas d’overfitting ✓</a:t>
          </a:r>
        </a:p>
      </dgm:t>
    </dgm:pt>
    <dgm:pt modelId="{702EEC5D-DE68-4505-B937-214AFC4DCC75}" type="parTrans" cxnId="{E8BE6C81-AE05-418D-B2A3-9E7C29AC8AAB}">
      <dgm:prSet/>
      <dgm:spPr/>
      <dgm:t>
        <a:bodyPr/>
        <a:lstStyle/>
        <a:p>
          <a:endParaRPr lang="en-US"/>
        </a:p>
      </dgm:t>
    </dgm:pt>
    <dgm:pt modelId="{51E75E05-7593-4ADA-BA96-BCCA11937200}" type="sibTrans" cxnId="{E8BE6C81-AE05-418D-B2A3-9E7C29AC8AAB}">
      <dgm:prSet/>
      <dgm:spPr/>
      <dgm:t>
        <a:bodyPr/>
        <a:lstStyle/>
        <a:p>
          <a:endParaRPr lang="en-US"/>
        </a:p>
      </dgm:t>
    </dgm:pt>
    <dgm:pt modelId="{18B7307D-9305-45BD-8C55-4A1EA187F3BB}">
      <dgm:prSet/>
      <dgm:spPr/>
      <dgm:t>
        <a:bodyPr/>
        <a:lstStyle/>
        <a:p>
          <a:r>
            <a:rPr lang="en-US"/>
            <a:t>Bonne capacité de discrimination</a:t>
          </a:r>
        </a:p>
      </dgm:t>
    </dgm:pt>
    <dgm:pt modelId="{B898EBF3-0025-46FB-B945-170D116954AD}" type="parTrans" cxnId="{30189017-F6ED-44E7-9C73-18551164CF94}">
      <dgm:prSet/>
      <dgm:spPr/>
      <dgm:t>
        <a:bodyPr/>
        <a:lstStyle/>
        <a:p>
          <a:endParaRPr lang="en-US"/>
        </a:p>
      </dgm:t>
    </dgm:pt>
    <dgm:pt modelId="{A0E0A284-7EE6-4FD6-8035-20F2982B7728}" type="sibTrans" cxnId="{30189017-F6ED-44E7-9C73-18551164CF94}">
      <dgm:prSet/>
      <dgm:spPr/>
      <dgm:t>
        <a:bodyPr/>
        <a:lstStyle/>
        <a:p>
          <a:endParaRPr lang="en-US"/>
        </a:p>
      </dgm:t>
    </dgm:pt>
    <dgm:pt modelId="{0A989F00-0308-48A0-B6A2-A19FC074B8BE}">
      <dgm:prSet/>
      <dgm:spPr/>
      <dgm:t>
        <a:bodyPr/>
        <a:lstStyle/>
        <a:p>
          <a:r>
            <a:rPr lang="en-US" b="1"/>
            <a:t>Seuil optimal</a:t>
          </a:r>
          <a:endParaRPr lang="en-US"/>
        </a:p>
      </dgm:t>
    </dgm:pt>
    <dgm:pt modelId="{A75456C6-339A-41A7-93A7-5E9B3E9F962D}" type="parTrans" cxnId="{0656CD6F-FE08-4092-9E60-E7F420E09A37}">
      <dgm:prSet/>
      <dgm:spPr/>
      <dgm:t>
        <a:bodyPr/>
        <a:lstStyle/>
        <a:p>
          <a:endParaRPr lang="en-US"/>
        </a:p>
      </dgm:t>
    </dgm:pt>
    <dgm:pt modelId="{A79FF101-9BBB-4B8B-9C1B-3957C690DC60}" type="sibTrans" cxnId="{0656CD6F-FE08-4092-9E60-E7F420E09A37}">
      <dgm:prSet/>
      <dgm:spPr/>
      <dgm:t>
        <a:bodyPr/>
        <a:lstStyle/>
        <a:p>
          <a:endParaRPr lang="en-US"/>
        </a:p>
      </dgm:t>
    </dgm:pt>
    <dgm:pt modelId="{38E933E3-7DBE-4511-9B33-A06D9BB2B62C}">
      <dgm:prSet/>
      <dgm:spPr/>
      <dgm:t>
        <a:bodyPr/>
        <a:lstStyle/>
        <a:p>
          <a:r>
            <a:rPr lang="en-US"/>
            <a:t>Seuil standard : 0.5</a:t>
          </a:r>
        </a:p>
      </dgm:t>
    </dgm:pt>
    <dgm:pt modelId="{5E2868A0-69CD-444C-9BA3-0FEA7139A626}" type="parTrans" cxnId="{7E83F512-64D7-4255-A0A4-01AF992D1803}">
      <dgm:prSet/>
      <dgm:spPr/>
      <dgm:t>
        <a:bodyPr/>
        <a:lstStyle/>
        <a:p>
          <a:endParaRPr lang="en-US"/>
        </a:p>
      </dgm:t>
    </dgm:pt>
    <dgm:pt modelId="{71BFCFA9-3624-4269-82CF-05F0C3CAF5A6}" type="sibTrans" cxnId="{7E83F512-64D7-4255-A0A4-01AF992D1803}">
      <dgm:prSet/>
      <dgm:spPr/>
      <dgm:t>
        <a:bodyPr/>
        <a:lstStyle/>
        <a:p>
          <a:endParaRPr lang="en-US"/>
        </a:p>
      </dgm:t>
    </dgm:pt>
    <dgm:pt modelId="{CE0EA92F-546C-473B-A79A-125B840CAEE3}">
      <dgm:prSet/>
      <dgm:spPr/>
      <dgm:t>
        <a:bodyPr/>
        <a:lstStyle/>
        <a:p>
          <a:r>
            <a:rPr lang="en-US" b="1"/>
            <a:t>Seuil optimisé : 0.45</a:t>
          </a:r>
          <a:endParaRPr lang="en-US"/>
        </a:p>
      </dgm:t>
    </dgm:pt>
    <dgm:pt modelId="{F12B7501-C770-41A4-82D3-493CFD5C8D5C}" type="parTrans" cxnId="{66AD92A6-39D3-48F8-9CA3-9EBB0309D061}">
      <dgm:prSet/>
      <dgm:spPr/>
      <dgm:t>
        <a:bodyPr/>
        <a:lstStyle/>
        <a:p>
          <a:endParaRPr lang="en-US"/>
        </a:p>
      </dgm:t>
    </dgm:pt>
    <dgm:pt modelId="{2BA5F1A5-F669-422E-BC14-10A149D9A844}" type="sibTrans" cxnId="{66AD92A6-39D3-48F8-9CA3-9EBB0309D061}">
      <dgm:prSet/>
      <dgm:spPr/>
      <dgm:t>
        <a:bodyPr/>
        <a:lstStyle/>
        <a:p>
          <a:endParaRPr lang="en-US"/>
        </a:p>
      </dgm:t>
    </dgm:pt>
    <dgm:pt modelId="{1973ABBB-7B78-4776-AFD9-EE057B6E6F4D}">
      <dgm:prSet/>
      <dgm:spPr/>
      <dgm:t>
        <a:bodyPr/>
        <a:lstStyle/>
        <a:p>
          <a:r>
            <a:rPr lang="en-US"/>
            <a:t>Score métier maximisé</a:t>
          </a:r>
        </a:p>
      </dgm:t>
    </dgm:pt>
    <dgm:pt modelId="{B39E3523-8103-42F7-9201-04C447E408AE}" type="parTrans" cxnId="{2122B6FD-EC6A-40FD-B3BF-0D298C96A1B0}">
      <dgm:prSet/>
      <dgm:spPr/>
      <dgm:t>
        <a:bodyPr/>
        <a:lstStyle/>
        <a:p>
          <a:endParaRPr lang="en-US"/>
        </a:p>
      </dgm:t>
    </dgm:pt>
    <dgm:pt modelId="{8AD29360-7108-4DAE-BCAE-D791C948338C}" type="sibTrans" cxnId="{2122B6FD-EC6A-40FD-B3BF-0D298C96A1B0}">
      <dgm:prSet/>
      <dgm:spPr/>
      <dgm:t>
        <a:bodyPr/>
        <a:lstStyle/>
        <a:p>
          <a:endParaRPr lang="en-US"/>
        </a:p>
      </dgm:t>
    </dgm:pt>
    <dgm:pt modelId="{5378C57F-BBCE-814E-910B-827616A1FC21}" type="pres">
      <dgm:prSet presAssocID="{2EA79C96-CB13-4B9B-ACED-C3B7D56C25F3}" presName="diagram" presStyleCnt="0">
        <dgm:presLayoutVars>
          <dgm:dir/>
          <dgm:resizeHandles val="exact"/>
        </dgm:presLayoutVars>
      </dgm:prSet>
      <dgm:spPr/>
    </dgm:pt>
    <dgm:pt modelId="{B2A54624-A746-6A4B-B5C0-73B2FFDBE258}" type="pres">
      <dgm:prSet presAssocID="{3D184489-8944-4E18-BD2A-1674B63DB881}" presName="node" presStyleLbl="node1" presStyleIdx="0" presStyleCnt="3">
        <dgm:presLayoutVars>
          <dgm:bulletEnabled val="1"/>
        </dgm:presLayoutVars>
      </dgm:prSet>
      <dgm:spPr/>
    </dgm:pt>
    <dgm:pt modelId="{1D5CE0EA-0AD0-C049-8A50-FCA72B8B107B}" type="pres">
      <dgm:prSet presAssocID="{9952704C-233C-494A-B7E3-6B7BDDA62A89}" presName="sibTrans" presStyleCnt="0"/>
      <dgm:spPr/>
    </dgm:pt>
    <dgm:pt modelId="{8EBA22DF-1EBF-7244-B67C-FDEEDA060E6F}" type="pres">
      <dgm:prSet presAssocID="{71DEA0E7-1ED8-4B4B-AE88-D0031DA05494}" presName="node" presStyleLbl="node1" presStyleIdx="1" presStyleCnt="3">
        <dgm:presLayoutVars>
          <dgm:bulletEnabled val="1"/>
        </dgm:presLayoutVars>
      </dgm:prSet>
      <dgm:spPr/>
    </dgm:pt>
    <dgm:pt modelId="{7955BA34-D758-DE4A-982F-5B7485DE2DB7}" type="pres">
      <dgm:prSet presAssocID="{7A3DEC20-1EF3-4132-8B31-D06CB8A01FEB}" presName="sibTrans" presStyleCnt="0"/>
      <dgm:spPr/>
    </dgm:pt>
    <dgm:pt modelId="{0FA61EB6-8E52-D64D-80EE-3828033C2AA9}" type="pres">
      <dgm:prSet presAssocID="{0A989F00-0308-48A0-B6A2-A19FC074B8BE}" presName="node" presStyleLbl="node1" presStyleIdx="2" presStyleCnt="3">
        <dgm:presLayoutVars>
          <dgm:bulletEnabled val="1"/>
        </dgm:presLayoutVars>
      </dgm:prSet>
      <dgm:spPr/>
    </dgm:pt>
  </dgm:ptLst>
  <dgm:cxnLst>
    <dgm:cxn modelId="{7E83F512-64D7-4255-A0A4-01AF992D1803}" srcId="{0A989F00-0308-48A0-B6A2-A19FC074B8BE}" destId="{38E933E3-7DBE-4511-9B33-A06D9BB2B62C}" srcOrd="0" destOrd="0" parTransId="{5E2868A0-69CD-444C-9BA3-0FEA7139A626}" sibTransId="{71BFCFA9-3624-4269-82CF-05F0C3CAF5A6}"/>
    <dgm:cxn modelId="{30189017-F6ED-44E7-9C73-18551164CF94}" srcId="{71DEA0E7-1ED8-4B4B-AE88-D0031DA05494}" destId="{18B7307D-9305-45BD-8C55-4A1EA187F3BB}" srcOrd="1" destOrd="0" parTransId="{B898EBF3-0025-46FB-B945-170D116954AD}" sibTransId="{A0E0A284-7EE6-4FD6-8035-20F2982B7728}"/>
    <dgm:cxn modelId="{8A7DE61D-0E24-41D7-828A-558893FBC977}" srcId="{3D184489-8944-4E18-BD2A-1674B63DB881}" destId="{E4FC89B4-2092-458D-93ED-62C7E16B7F8C}" srcOrd="0" destOrd="0" parTransId="{1080C8F5-9AD1-484A-A78F-91C3A052DDCD}" sibTransId="{83ABD0B8-A956-43DA-A7AC-FC38216390C6}"/>
    <dgm:cxn modelId="{8429DA2B-75C8-374E-9594-BB34D95DB7F1}" type="presOf" srcId="{E4FC89B4-2092-458D-93ED-62C7E16B7F8C}" destId="{B2A54624-A746-6A4B-B5C0-73B2FFDBE258}" srcOrd="0" destOrd="1" presId="urn:microsoft.com/office/officeart/2005/8/layout/default"/>
    <dgm:cxn modelId="{183F2235-DA89-46E6-B51D-BE8D7FC624C2}" srcId="{2EA79C96-CB13-4B9B-ACED-C3B7D56C25F3}" destId="{71DEA0E7-1ED8-4B4B-AE88-D0031DA05494}" srcOrd="1" destOrd="0" parTransId="{F21AF46F-F0CB-4B32-B3B4-456569B7B349}" sibTransId="{7A3DEC20-1EF3-4132-8B31-D06CB8A01FEB}"/>
    <dgm:cxn modelId="{17EB2238-A289-B34A-8CA4-D7DA87C88C94}" type="presOf" srcId="{1973ABBB-7B78-4776-AFD9-EE057B6E6F4D}" destId="{0FA61EB6-8E52-D64D-80EE-3828033C2AA9}" srcOrd="0" destOrd="3" presId="urn:microsoft.com/office/officeart/2005/8/layout/default"/>
    <dgm:cxn modelId="{0BE9B538-88AF-4540-B6AC-465B95F1DD27}" type="presOf" srcId="{CE0EA92F-546C-473B-A79A-125B840CAEE3}" destId="{0FA61EB6-8E52-D64D-80EE-3828033C2AA9}" srcOrd="0" destOrd="2" presId="urn:microsoft.com/office/officeart/2005/8/layout/default"/>
    <dgm:cxn modelId="{FDE29346-C0C6-E743-AE55-BC1DD851E17E}" type="presOf" srcId="{F06838A0-6FE0-475A-890B-C4BB14B97BD1}" destId="{8EBA22DF-1EBF-7244-B67C-FDEEDA060E6F}" srcOrd="0" destOrd="1" presId="urn:microsoft.com/office/officeart/2005/8/layout/default"/>
    <dgm:cxn modelId="{0656CD6F-FE08-4092-9E60-E7F420E09A37}" srcId="{2EA79C96-CB13-4B9B-ACED-C3B7D56C25F3}" destId="{0A989F00-0308-48A0-B6A2-A19FC074B8BE}" srcOrd="2" destOrd="0" parTransId="{A75456C6-339A-41A7-93A7-5E9B3E9F962D}" sibTransId="{A79FF101-9BBB-4B8B-9C1B-3957C690DC60}"/>
    <dgm:cxn modelId="{E8BE6C81-AE05-418D-B2A3-9E7C29AC8AAB}" srcId="{71DEA0E7-1ED8-4B4B-AE88-D0031DA05494}" destId="{F06838A0-6FE0-475A-890B-C4BB14B97BD1}" srcOrd="0" destOrd="0" parTransId="{702EEC5D-DE68-4505-B937-214AFC4DCC75}" sibTransId="{51E75E05-7593-4ADA-BA96-BCCA11937200}"/>
    <dgm:cxn modelId="{CCBB5988-FF4A-4F9F-B1E4-96B7CDDA60EF}" srcId="{3D184489-8944-4E18-BD2A-1674B63DB881}" destId="{DCC8E622-F760-466D-95F4-36E084B404E6}" srcOrd="1" destOrd="0" parTransId="{E1F2E588-3185-4B59-AA35-29EF849DE29A}" sibTransId="{B91E0B56-BAFB-4C3E-B1DF-35DD1842F2E8}"/>
    <dgm:cxn modelId="{20A57B8D-51CC-A14C-B1EE-E3153FBA0E6B}" type="presOf" srcId="{B4E80148-0330-4A1C-AED3-549310FF38CA}" destId="{B2A54624-A746-6A4B-B5C0-73B2FFDBE258}" srcOrd="0" destOrd="3" presId="urn:microsoft.com/office/officeart/2005/8/layout/default"/>
    <dgm:cxn modelId="{C77F0DA1-939B-49FA-B4E9-B4B70347A214}" srcId="{3D184489-8944-4E18-BD2A-1674B63DB881}" destId="{B4E80148-0330-4A1C-AED3-549310FF38CA}" srcOrd="2" destOrd="0" parTransId="{8994814C-38F4-47DA-AFF9-D321FCB618FA}" sibTransId="{5E55D814-3582-475C-80F8-FE19E8EFBA0B}"/>
    <dgm:cxn modelId="{D78EE3A1-6F44-6144-A2B7-FFD9EE7E50EC}" type="presOf" srcId="{18B7307D-9305-45BD-8C55-4A1EA187F3BB}" destId="{8EBA22DF-1EBF-7244-B67C-FDEEDA060E6F}" srcOrd="0" destOrd="2" presId="urn:microsoft.com/office/officeart/2005/8/layout/default"/>
    <dgm:cxn modelId="{66AD92A6-39D3-48F8-9CA3-9EBB0309D061}" srcId="{0A989F00-0308-48A0-B6A2-A19FC074B8BE}" destId="{CE0EA92F-546C-473B-A79A-125B840CAEE3}" srcOrd="1" destOrd="0" parTransId="{F12B7501-C770-41A4-82D3-493CFD5C8D5C}" sibTransId="{2BA5F1A5-F669-422E-BC14-10A149D9A844}"/>
    <dgm:cxn modelId="{7F79FABB-A5D0-F34F-A0FB-17638E8AC8BF}" type="presOf" srcId="{3D184489-8944-4E18-BD2A-1674B63DB881}" destId="{B2A54624-A746-6A4B-B5C0-73B2FFDBE258}" srcOrd="0" destOrd="0" presId="urn:microsoft.com/office/officeart/2005/8/layout/default"/>
    <dgm:cxn modelId="{0C54F5D7-E9E6-B040-9997-3B2BBA08C3F8}" type="presOf" srcId="{2EA79C96-CB13-4B9B-ACED-C3B7D56C25F3}" destId="{5378C57F-BBCE-814E-910B-827616A1FC21}" srcOrd="0" destOrd="0" presId="urn:microsoft.com/office/officeart/2005/8/layout/default"/>
    <dgm:cxn modelId="{160B50E6-EB52-A94B-B80C-39CAC23033FC}" type="presOf" srcId="{38E933E3-7DBE-4511-9B33-A06D9BB2B62C}" destId="{0FA61EB6-8E52-D64D-80EE-3828033C2AA9}" srcOrd="0" destOrd="1" presId="urn:microsoft.com/office/officeart/2005/8/layout/default"/>
    <dgm:cxn modelId="{FE0D4BE8-3A50-6741-8011-4E4CBBEC9FB1}" type="presOf" srcId="{DCC8E622-F760-466D-95F4-36E084B404E6}" destId="{B2A54624-A746-6A4B-B5C0-73B2FFDBE258}" srcOrd="0" destOrd="2" presId="urn:microsoft.com/office/officeart/2005/8/layout/default"/>
    <dgm:cxn modelId="{61A3D9EA-355C-FF4C-8344-FF4EE6B76FFA}" type="presOf" srcId="{71DEA0E7-1ED8-4B4B-AE88-D0031DA05494}" destId="{8EBA22DF-1EBF-7244-B67C-FDEEDA060E6F}" srcOrd="0" destOrd="0" presId="urn:microsoft.com/office/officeart/2005/8/layout/default"/>
    <dgm:cxn modelId="{34EBB7EC-6BBF-3C43-AD53-8FFB60655792}" type="presOf" srcId="{0A989F00-0308-48A0-B6A2-A19FC074B8BE}" destId="{0FA61EB6-8E52-D64D-80EE-3828033C2AA9}" srcOrd="0" destOrd="0" presId="urn:microsoft.com/office/officeart/2005/8/layout/default"/>
    <dgm:cxn modelId="{AC7D36F1-8927-41A8-9A7D-64E73A803B1B}" srcId="{2EA79C96-CB13-4B9B-ACED-C3B7D56C25F3}" destId="{3D184489-8944-4E18-BD2A-1674B63DB881}" srcOrd="0" destOrd="0" parTransId="{F5F05B4D-CE0B-488B-AA57-96B9528A27D9}" sibTransId="{9952704C-233C-494A-B7E3-6B7BDDA62A89}"/>
    <dgm:cxn modelId="{2122B6FD-EC6A-40FD-B3BF-0D298C96A1B0}" srcId="{0A989F00-0308-48A0-B6A2-A19FC074B8BE}" destId="{1973ABBB-7B78-4776-AFD9-EE057B6E6F4D}" srcOrd="2" destOrd="0" parTransId="{B39E3523-8103-42F7-9201-04C447E408AE}" sibTransId="{8AD29360-7108-4DAE-BCAE-D791C948338C}"/>
    <dgm:cxn modelId="{34117E0A-A200-E441-8B50-6DA87AA70D35}" type="presParOf" srcId="{5378C57F-BBCE-814E-910B-827616A1FC21}" destId="{B2A54624-A746-6A4B-B5C0-73B2FFDBE258}" srcOrd="0" destOrd="0" presId="urn:microsoft.com/office/officeart/2005/8/layout/default"/>
    <dgm:cxn modelId="{A150CE5F-B465-264D-B0B9-C537D94F87C1}" type="presParOf" srcId="{5378C57F-BBCE-814E-910B-827616A1FC21}" destId="{1D5CE0EA-0AD0-C049-8A50-FCA72B8B107B}" srcOrd="1" destOrd="0" presId="urn:microsoft.com/office/officeart/2005/8/layout/default"/>
    <dgm:cxn modelId="{0C247D28-AADB-AB4C-8062-C1F131755D14}" type="presParOf" srcId="{5378C57F-BBCE-814E-910B-827616A1FC21}" destId="{8EBA22DF-1EBF-7244-B67C-FDEEDA060E6F}" srcOrd="2" destOrd="0" presId="urn:microsoft.com/office/officeart/2005/8/layout/default"/>
    <dgm:cxn modelId="{51AA5C00-A59D-494A-89E4-843E87268BA1}" type="presParOf" srcId="{5378C57F-BBCE-814E-910B-827616A1FC21}" destId="{7955BA34-D758-DE4A-982F-5B7485DE2DB7}" srcOrd="3" destOrd="0" presId="urn:microsoft.com/office/officeart/2005/8/layout/default"/>
    <dgm:cxn modelId="{889B8653-ABE0-6A44-9018-2C137698449A}" type="presParOf" srcId="{5378C57F-BBCE-814E-910B-827616A1FC21}" destId="{0FA61EB6-8E52-D64D-80EE-3828033C2AA9}" srcOrd="4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169BC070-FD17-4827-99D2-623E48FE0698}" type="doc">
      <dgm:prSet loTypeId="urn:microsoft.com/office/officeart/2005/8/layout/defaul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710B36D7-029B-4A75-BB33-2B47D30C9B25}">
      <dgm:prSet/>
      <dgm:spPr/>
      <dgm:t>
        <a:bodyPr/>
        <a:lstStyle/>
        <a:p>
          <a:r>
            <a:rPr lang="en-US" b="1"/>
            <a:t>Limites techniques</a:t>
          </a:r>
          <a:endParaRPr lang="en-US"/>
        </a:p>
      </dgm:t>
    </dgm:pt>
    <dgm:pt modelId="{9E799732-48D5-4263-B495-BDFFA2695B1F}" type="parTrans" cxnId="{DE20755A-C6B4-4427-A831-455B3B946A3B}">
      <dgm:prSet/>
      <dgm:spPr/>
      <dgm:t>
        <a:bodyPr/>
        <a:lstStyle/>
        <a:p>
          <a:endParaRPr lang="en-US"/>
        </a:p>
      </dgm:t>
    </dgm:pt>
    <dgm:pt modelId="{C52248F9-4703-477B-9EFD-DA81CEB8984D}" type="sibTrans" cxnId="{DE20755A-C6B4-4427-A831-455B3B946A3B}">
      <dgm:prSet/>
      <dgm:spPr/>
      <dgm:t>
        <a:bodyPr/>
        <a:lstStyle/>
        <a:p>
          <a:endParaRPr lang="en-US"/>
        </a:p>
      </dgm:t>
    </dgm:pt>
    <dgm:pt modelId="{AED20CB5-F93D-42F7-8B3B-67653D50FC96}">
      <dgm:prSet/>
      <dgm:spPr/>
      <dgm:t>
        <a:bodyPr/>
        <a:lstStyle/>
        <a:p>
          <a:r>
            <a:rPr lang="en-US"/>
            <a:t>Taux FN encore élevé (36,9%)</a:t>
          </a:r>
        </a:p>
      </dgm:t>
    </dgm:pt>
    <dgm:pt modelId="{3996F518-4570-4F00-9632-BD4E5DF4890A}" type="parTrans" cxnId="{72483888-31C6-46D3-976F-E1B531A00A1E}">
      <dgm:prSet/>
      <dgm:spPr/>
      <dgm:t>
        <a:bodyPr/>
        <a:lstStyle/>
        <a:p>
          <a:endParaRPr lang="en-US"/>
        </a:p>
      </dgm:t>
    </dgm:pt>
    <dgm:pt modelId="{B82B2C07-0236-4EAF-964C-DBF57AA2BA97}" type="sibTrans" cxnId="{72483888-31C6-46D3-976F-E1B531A00A1E}">
      <dgm:prSet/>
      <dgm:spPr/>
      <dgm:t>
        <a:bodyPr/>
        <a:lstStyle/>
        <a:p>
          <a:endParaRPr lang="en-US"/>
        </a:p>
      </dgm:t>
    </dgm:pt>
    <dgm:pt modelId="{A3A65635-9BC4-43F9-BFC6-7C314E83B71C}">
      <dgm:prSet/>
      <dgm:spPr/>
      <dgm:t>
        <a:bodyPr/>
        <a:lstStyle/>
        <a:p>
          <a:r>
            <a:rPr lang="en-US"/>
            <a:t>Taux FP : 28%</a:t>
          </a:r>
        </a:p>
      </dgm:t>
    </dgm:pt>
    <dgm:pt modelId="{F22E4796-2390-4993-9D96-E2C76BDEEA9B}" type="parTrans" cxnId="{34A5B2FF-F874-4FAB-B8A1-FD2798FBB035}">
      <dgm:prSet/>
      <dgm:spPr/>
      <dgm:t>
        <a:bodyPr/>
        <a:lstStyle/>
        <a:p>
          <a:endParaRPr lang="en-US"/>
        </a:p>
      </dgm:t>
    </dgm:pt>
    <dgm:pt modelId="{4B6E06CD-7303-4EDC-A11B-FC342D880847}" type="sibTrans" cxnId="{34A5B2FF-F874-4FAB-B8A1-FD2798FBB035}">
      <dgm:prSet/>
      <dgm:spPr/>
      <dgm:t>
        <a:bodyPr/>
        <a:lstStyle/>
        <a:p>
          <a:endParaRPr lang="en-US"/>
        </a:p>
      </dgm:t>
    </dgm:pt>
    <dgm:pt modelId="{A7E6244F-FF35-4ADC-87C1-AB600EE2C955}">
      <dgm:prSet/>
      <dgm:spPr/>
      <dgm:t>
        <a:bodyPr/>
        <a:lstStyle/>
        <a:p>
          <a:r>
            <a:rPr lang="en-US"/>
            <a:t>Dépendance scores externes (42%)</a:t>
          </a:r>
        </a:p>
      </dgm:t>
    </dgm:pt>
    <dgm:pt modelId="{6B1C40E1-3286-4E95-BDC6-A0B3FA51781D}" type="parTrans" cxnId="{F5DC339F-50FB-4CB7-B214-3755BF6281AC}">
      <dgm:prSet/>
      <dgm:spPr/>
      <dgm:t>
        <a:bodyPr/>
        <a:lstStyle/>
        <a:p>
          <a:endParaRPr lang="en-US"/>
        </a:p>
      </dgm:t>
    </dgm:pt>
    <dgm:pt modelId="{F3FF6C05-E479-4630-8C33-E82C38C84B73}" type="sibTrans" cxnId="{F5DC339F-50FB-4CB7-B214-3755BF6281AC}">
      <dgm:prSet/>
      <dgm:spPr/>
      <dgm:t>
        <a:bodyPr/>
        <a:lstStyle/>
        <a:p>
          <a:endParaRPr lang="en-US"/>
        </a:p>
      </dgm:t>
    </dgm:pt>
    <dgm:pt modelId="{EEA61E01-319A-4D51-A406-B0A05A96A38E}">
      <dgm:prSet/>
      <dgm:spPr/>
      <dgm:t>
        <a:bodyPr/>
        <a:lstStyle/>
        <a:p>
          <a:r>
            <a:rPr lang="en-US" b="1"/>
            <a:t>Limites métier</a:t>
          </a:r>
          <a:endParaRPr lang="en-US"/>
        </a:p>
      </dgm:t>
    </dgm:pt>
    <dgm:pt modelId="{2029555E-4AAE-4467-ABA8-39532C5113FB}" type="parTrans" cxnId="{A2AC8DB5-AA9D-4980-86A6-D62123625425}">
      <dgm:prSet/>
      <dgm:spPr/>
      <dgm:t>
        <a:bodyPr/>
        <a:lstStyle/>
        <a:p>
          <a:endParaRPr lang="en-US"/>
        </a:p>
      </dgm:t>
    </dgm:pt>
    <dgm:pt modelId="{2A6679CD-21BD-4287-BBB6-317EF73FCF05}" type="sibTrans" cxnId="{A2AC8DB5-AA9D-4980-86A6-D62123625425}">
      <dgm:prSet/>
      <dgm:spPr/>
      <dgm:t>
        <a:bodyPr/>
        <a:lstStyle/>
        <a:p>
          <a:endParaRPr lang="en-US"/>
        </a:p>
      </dgm:t>
    </dgm:pt>
    <dgm:pt modelId="{9D81948E-8E66-438E-9AEF-BB49F05D3F4F}">
      <dgm:prSet/>
      <dgm:spPr/>
      <dgm:t>
        <a:bodyPr/>
        <a:lstStyle/>
        <a:p>
          <a:r>
            <a:rPr lang="en-US"/>
            <a:t>Hypothèse coût 10:1 à valider</a:t>
          </a:r>
        </a:p>
      </dgm:t>
    </dgm:pt>
    <dgm:pt modelId="{3150A7B4-3138-4C53-901B-AF94A6FC2495}" type="parTrans" cxnId="{375EA27F-1395-428F-BFB9-3E70066E3DD9}">
      <dgm:prSet/>
      <dgm:spPr/>
      <dgm:t>
        <a:bodyPr/>
        <a:lstStyle/>
        <a:p>
          <a:endParaRPr lang="en-US"/>
        </a:p>
      </dgm:t>
    </dgm:pt>
    <dgm:pt modelId="{4D81E7CC-DD1A-4896-8C69-87FF75E1DCD5}" type="sibTrans" cxnId="{375EA27F-1395-428F-BFB9-3E70066E3DD9}">
      <dgm:prSet/>
      <dgm:spPr/>
      <dgm:t>
        <a:bodyPr/>
        <a:lstStyle/>
        <a:p>
          <a:endParaRPr lang="en-US"/>
        </a:p>
      </dgm:t>
    </dgm:pt>
    <dgm:pt modelId="{1064327C-DBFF-4187-BA60-942729EC8298}">
      <dgm:prSet/>
      <dgm:spPr/>
      <dgm:t>
        <a:bodyPr/>
        <a:lstStyle/>
        <a:p>
          <a:r>
            <a:rPr lang="en-US"/>
            <a:t>Modèle à ré-entraîner régulièrement</a:t>
          </a:r>
        </a:p>
      </dgm:t>
    </dgm:pt>
    <dgm:pt modelId="{86AB525F-6674-41AD-B103-2C1DD0DF337F}" type="parTrans" cxnId="{BBA60EC9-748F-470A-841D-4DA4B9895758}">
      <dgm:prSet/>
      <dgm:spPr/>
      <dgm:t>
        <a:bodyPr/>
        <a:lstStyle/>
        <a:p>
          <a:endParaRPr lang="en-US"/>
        </a:p>
      </dgm:t>
    </dgm:pt>
    <dgm:pt modelId="{BCBE5011-D115-4388-BDFF-780F0965CDED}" type="sibTrans" cxnId="{BBA60EC9-748F-470A-841D-4DA4B9895758}">
      <dgm:prSet/>
      <dgm:spPr/>
      <dgm:t>
        <a:bodyPr/>
        <a:lstStyle/>
        <a:p>
          <a:endParaRPr lang="en-US"/>
        </a:p>
      </dgm:t>
    </dgm:pt>
    <dgm:pt modelId="{6B4F119A-88C5-4661-BA5F-115EEB211854}">
      <dgm:prSet/>
      <dgm:spPr/>
      <dgm:t>
        <a:bodyPr/>
        <a:lstStyle/>
        <a:p>
          <a:r>
            <a:rPr lang="en-US"/>
            <a:t>Formation utilisateurs nécessaire</a:t>
          </a:r>
        </a:p>
      </dgm:t>
    </dgm:pt>
    <dgm:pt modelId="{F35A05B9-7527-4552-9AF6-A1C1612A3F02}" type="parTrans" cxnId="{9E090520-0DAC-4E71-8196-0774BB06F078}">
      <dgm:prSet/>
      <dgm:spPr/>
      <dgm:t>
        <a:bodyPr/>
        <a:lstStyle/>
        <a:p>
          <a:endParaRPr lang="en-US"/>
        </a:p>
      </dgm:t>
    </dgm:pt>
    <dgm:pt modelId="{ADAAA6D9-BF5B-4A7F-9C39-4CE41268D61A}" type="sibTrans" cxnId="{9E090520-0DAC-4E71-8196-0774BB06F078}">
      <dgm:prSet/>
      <dgm:spPr/>
      <dgm:t>
        <a:bodyPr/>
        <a:lstStyle/>
        <a:p>
          <a:endParaRPr lang="en-US"/>
        </a:p>
      </dgm:t>
    </dgm:pt>
    <dgm:pt modelId="{BB42BBD2-7155-8840-B6BF-B9E5A711F057}" type="pres">
      <dgm:prSet presAssocID="{169BC070-FD17-4827-99D2-623E48FE0698}" presName="diagram" presStyleCnt="0">
        <dgm:presLayoutVars>
          <dgm:dir/>
          <dgm:resizeHandles val="exact"/>
        </dgm:presLayoutVars>
      </dgm:prSet>
      <dgm:spPr/>
    </dgm:pt>
    <dgm:pt modelId="{D1221607-1EB5-AD4A-B1D4-68D16E9ED82D}" type="pres">
      <dgm:prSet presAssocID="{710B36D7-029B-4A75-BB33-2B47D30C9B25}" presName="node" presStyleLbl="node1" presStyleIdx="0" presStyleCnt="2">
        <dgm:presLayoutVars>
          <dgm:bulletEnabled val="1"/>
        </dgm:presLayoutVars>
      </dgm:prSet>
      <dgm:spPr/>
    </dgm:pt>
    <dgm:pt modelId="{AA1DD79E-7603-144A-90F4-B444AF428D5F}" type="pres">
      <dgm:prSet presAssocID="{C52248F9-4703-477B-9EFD-DA81CEB8984D}" presName="sibTrans" presStyleCnt="0"/>
      <dgm:spPr/>
    </dgm:pt>
    <dgm:pt modelId="{F5C4D48A-A4CD-F542-8E25-BB658331F6DE}" type="pres">
      <dgm:prSet presAssocID="{EEA61E01-319A-4D51-A406-B0A05A96A38E}" presName="node" presStyleLbl="node1" presStyleIdx="1" presStyleCnt="2">
        <dgm:presLayoutVars>
          <dgm:bulletEnabled val="1"/>
        </dgm:presLayoutVars>
      </dgm:prSet>
      <dgm:spPr/>
    </dgm:pt>
  </dgm:ptLst>
  <dgm:cxnLst>
    <dgm:cxn modelId="{623CC40B-62C2-5948-9520-7D753647D568}" type="presOf" srcId="{AED20CB5-F93D-42F7-8B3B-67653D50FC96}" destId="{D1221607-1EB5-AD4A-B1D4-68D16E9ED82D}" srcOrd="0" destOrd="1" presId="urn:microsoft.com/office/officeart/2005/8/layout/default"/>
    <dgm:cxn modelId="{A7FE291D-3BCF-0C45-B2F0-87286C48E7D2}" type="presOf" srcId="{710B36D7-029B-4A75-BB33-2B47D30C9B25}" destId="{D1221607-1EB5-AD4A-B1D4-68D16E9ED82D}" srcOrd="0" destOrd="0" presId="urn:microsoft.com/office/officeart/2005/8/layout/default"/>
    <dgm:cxn modelId="{9E090520-0DAC-4E71-8196-0774BB06F078}" srcId="{EEA61E01-319A-4D51-A406-B0A05A96A38E}" destId="{6B4F119A-88C5-4661-BA5F-115EEB211854}" srcOrd="2" destOrd="0" parTransId="{F35A05B9-7527-4552-9AF6-A1C1612A3F02}" sibTransId="{ADAAA6D9-BF5B-4A7F-9C39-4CE41268D61A}"/>
    <dgm:cxn modelId="{54175E22-0CD2-DA49-A38F-CC1E2A411D70}" type="presOf" srcId="{169BC070-FD17-4827-99D2-623E48FE0698}" destId="{BB42BBD2-7155-8840-B6BF-B9E5A711F057}" srcOrd="0" destOrd="0" presId="urn:microsoft.com/office/officeart/2005/8/layout/default"/>
    <dgm:cxn modelId="{FD01E53D-73F5-6040-88B8-77898A0684BB}" type="presOf" srcId="{A7E6244F-FF35-4ADC-87C1-AB600EE2C955}" destId="{D1221607-1EB5-AD4A-B1D4-68D16E9ED82D}" srcOrd="0" destOrd="3" presId="urn:microsoft.com/office/officeart/2005/8/layout/default"/>
    <dgm:cxn modelId="{44696D40-4F63-824D-AB9A-4A1B23B1553E}" type="presOf" srcId="{1064327C-DBFF-4187-BA60-942729EC8298}" destId="{F5C4D48A-A4CD-F542-8E25-BB658331F6DE}" srcOrd="0" destOrd="2" presId="urn:microsoft.com/office/officeart/2005/8/layout/default"/>
    <dgm:cxn modelId="{DE20755A-C6B4-4427-A831-455B3B946A3B}" srcId="{169BC070-FD17-4827-99D2-623E48FE0698}" destId="{710B36D7-029B-4A75-BB33-2B47D30C9B25}" srcOrd="0" destOrd="0" parTransId="{9E799732-48D5-4263-B495-BDFFA2695B1F}" sibTransId="{C52248F9-4703-477B-9EFD-DA81CEB8984D}"/>
    <dgm:cxn modelId="{66FFA064-68F1-5A42-BC4C-2ECD8994EA28}" type="presOf" srcId="{A3A65635-9BC4-43F9-BFC6-7C314E83B71C}" destId="{D1221607-1EB5-AD4A-B1D4-68D16E9ED82D}" srcOrd="0" destOrd="2" presId="urn:microsoft.com/office/officeart/2005/8/layout/default"/>
    <dgm:cxn modelId="{375EA27F-1395-428F-BFB9-3E70066E3DD9}" srcId="{EEA61E01-319A-4D51-A406-B0A05A96A38E}" destId="{9D81948E-8E66-438E-9AEF-BB49F05D3F4F}" srcOrd="0" destOrd="0" parTransId="{3150A7B4-3138-4C53-901B-AF94A6FC2495}" sibTransId="{4D81E7CC-DD1A-4896-8C69-87FF75E1DCD5}"/>
    <dgm:cxn modelId="{204ED580-505F-EA4B-B60A-5969168854FB}" type="presOf" srcId="{EEA61E01-319A-4D51-A406-B0A05A96A38E}" destId="{F5C4D48A-A4CD-F542-8E25-BB658331F6DE}" srcOrd="0" destOrd="0" presId="urn:microsoft.com/office/officeart/2005/8/layout/default"/>
    <dgm:cxn modelId="{72483888-31C6-46D3-976F-E1B531A00A1E}" srcId="{710B36D7-029B-4A75-BB33-2B47D30C9B25}" destId="{AED20CB5-F93D-42F7-8B3B-67653D50FC96}" srcOrd="0" destOrd="0" parTransId="{3996F518-4570-4F00-9632-BD4E5DF4890A}" sibTransId="{B82B2C07-0236-4EAF-964C-DBF57AA2BA97}"/>
    <dgm:cxn modelId="{F5DC339F-50FB-4CB7-B214-3755BF6281AC}" srcId="{710B36D7-029B-4A75-BB33-2B47D30C9B25}" destId="{A7E6244F-FF35-4ADC-87C1-AB600EE2C955}" srcOrd="2" destOrd="0" parTransId="{6B1C40E1-3286-4E95-BDC6-A0B3FA51781D}" sibTransId="{F3FF6C05-E479-4630-8C33-E82C38C84B73}"/>
    <dgm:cxn modelId="{DF5A31B3-9D48-3A45-84E2-FCB56474E3A0}" type="presOf" srcId="{9D81948E-8E66-438E-9AEF-BB49F05D3F4F}" destId="{F5C4D48A-A4CD-F542-8E25-BB658331F6DE}" srcOrd="0" destOrd="1" presId="urn:microsoft.com/office/officeart/2005/8/layout/default"/>
    <dgm:cxn modelId="{A2AC8DB5-AA9D-4980-86A6-D62123625425}" srcId="{169BC070-FD17-4827-99D2-623E48FE0698}" destId="{EEA61E01-319A-4D51-A406-B0A05A96A38E}" srcOrd="1" destOrd="0" parTransId="{2029555E-4AAE-4467-ABA8-39532C5113FB}" sibTransId="{2A6679CD-21BD-4287-BBB6-317EF73FCF05}"/>
    <dgm:cxn modelId="{BBA60EC9-748F-470A-841D-4DA4B9895758}" srcId="{EEA61E01-319A-4D51-A406-B0A05A96A38E}" destId="{1064327C-DBFF-4187-BA60-942729EC8298}" srcOrd="1" destOrd="0" parTransId="{86AB525F-6674-41AD-B103-2C1DD0DF337F}" sibTransId="{BCBE5011-D115-4388-BDFF-780F0965CDED}"/>
    <dgm:cxn modelId="{6CF7DCE7-76BE-C24B-A591-E8523F9A6C2D}" type="presOf" srcId="{6B4F119A-88C5-4661-BA5F-115EEB211854}" destId="{F5C4D48A-A4CD-F542-8E25-BB658331F6DE}" srcOrd="0" destOrd="3" presId="urn:microsoft.com/office/officeart/2005/8/layout/default"/>
    <dgm:cxn modelId="{34A5B2FF-F874-4FAB-B8A1-FD2798FBB035}" srcId="{710B36D7-029B-4A75-BB33-2B47D30C9B25}" destId="{A3A65635-9BC4-43F9-BFC6-7C314E83B71C}" srcOrd="1" destOrd="0" parTransId="{F22E4796-2390-4993-9D96-E2C76BDEEA9B}" sibTransId="{4B6E06CD-7303-4EDC-A11B-FC342D880847}"/>
    <dgm:cxn modelId="{22DA1FCF-049D-5040-8C57-388D789F8B4E}" type="presParOf" srcId="{BB42BBD2-7155-8840-B6BF-B9E5A711F057}" destId="{D1221607-1EB5-AD4A-B1D4-68D16E9ED82D}" srcOrd="0" destOrd="0" presId="urn:microsoft.com/office/officeart/2005/8/layout/default"/>
    <dgm:cxn modelId="{1BD2B008-B2AE-7D43-A1FC-96FD17E128B1}" type="presParOf" srcId="{BB42BBD2-7155-8840-B6BF-B9E5A711F057}" destId="{AA1DD79E-7603-144A-90F4-B444AF428D5F}" srcOrd="1" destOrd="0" presId="urn:microsoft.com/office/officeart/2005/8/layout/default"/>
    <dgm:cxn modelId="{00F6F8F8-B491-B746-8FE7-813D8D3E58DB}" type="presParOf" srcId="{BB42BBD2-7155-8840-B6BF-B9E5A711F057}" destId="{F5C4D48A-A4CD-F542-8E25-BB658331F6DE}" srcOrd="2" destOrd="0" presId="urn:microsoft.com/office/officeart/2005/8/layout/defaul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1E3AC5C-30EC-874B-B454-E97265CE1604}">
      <dsp:nvSpPr>
        <dsp:cNvPr id="0" name=""/>
        <dsp:cNvSpPr/>
      </dsp:nvSpPr>
      <dsp:spPr>
        <a:xfrm rot="5400000">
          <a:off x="5175690" y="-2163114"/>
          <a:ext cx="695873" cy="5198707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24765" rIns="49530" bIns="24765" numCol="1" spcCol="1270" anchor="ctr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/>
            <a:t>Crédits à la consommation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/>
            <a:t>Clientèle : peu ou pas d’historique de prêt</a:t>
          </a:r>
        </a:p>
      </dsp:txBody>
      <dsp:txXfrm rot="-5400000">
        <a:off x="2924273" y="122273"/>
        <a:ext cx="5164737" cy="627933"/>
      </dsp:txXfrm>
    </dsp:sp>
    <dsp:sp modelId="{FF40E0A5-E3BA-0B41-8889-CC755DF45DFD}">
      <dsp:nvSpPr>
        <dsp:cNvPr id="0" name=""/>
        <dsp:cNvSpPr/>
      </dsp:nvSpPr>
      <dsp:spPr>
        <a:xfrm>
          <a:off x="0" y="1317"/>
          <a:ext cx="2924273" cy="86984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/>
            <a:t>Entreprise : “Prêt à dépenser”</a:t>
          </a:r>
          <a:endParaRPr lang="en-US" sz="2400" kern="1200"/>
        </a:p>
      </dsp:txBody>
      <dsp:txXfrm>
        <a:off x="42462" y="43779"/>
        <a:ext cx="2839349" cy="784918"/>
      </dsp:txXfrm>
    </dsp:sp>
    <dsp:sp modelId="{BA8E4402-1CD3-C140-96E1-FD15618D13D7}">
      <dsp:nvSpPr>
        <dsp:cNvPr id="0" name=""/>
        <dsp:cNvSpPr/>
      </dsp:nvSpPr>
      <dsp:spPr>
        <a:xfrm rot="5400000">
          <a:off x="5175690" y="-1249780"/>
          <a:ext cx="695873" cy="5198707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24765" rIns="49530" bIns="24765" numCol="1" spcCol="1270" anchor="ctr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/>
            <a:t>Outil de </a:t>
          </a:r>
          <a:r>
            <a:rPr lang="en-US" sz="1300" b="1" kern="1200"/>
            <a:t>scoring crédit</a:t>
          </a:r>
          <a:endParaRPr lang="en-US" sz="1300" kern="1200"/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/>
            <a:t>Probabilité de remboursement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/>
            <a:t>Aide à la décision : accord/refus</a:t>
          </a:r>
        </a:p>
      </dsp:txBody>
      <dsp:txXfrm rot="-5400000">
        <a:off x="2924273" y="1035607"/>
        <a:ext cx="5164737" cy="627933"/>
      </dsp:txXfrm>
    </dsp:sp>
    <dsp:sp modelId="{A0CEA85B-F182-394E-8E8E-F93D5EC1F45B}">
      <dsp:nvSpPr>
        <dsp:cNvPr id="0" name=""/>
        <dsp:cNvSpPr/>
      </dsp:nvSpPr>
      <dsp:spPr>
        <a:xfrm>
          <a:off x="0" y="914652"/>
          <a:ext cx="2924273" cy="86984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/>
            <a:t>Besoin</a:t>
          </a:r>
          <a:endParaRPr lang="en-US" sz="2400" kern="1200"/>
        </a:p>
      </dsp:txBody>
      <dsp:txXfrm>
        <a:off x="42462" y="957114"/>
        <a:ext cx="2839349" cy="784918"/>
      </dsp:txXfrm>
    </dsp:sp>
    <dsp:sp modelId="{58A73E04-E166-844B-91A2-8D69E1EB00D1}">
      <dsp:nvSpPr>
        <dsp:cNvPr id="0" name=""/>
        <dsp:cNvSpPr/>
      </dsp:nvSpPr>
      <dsp:spPr>
        <a:xfrm rot="5400000">
          <a:off x="5175690" y="-336446"/>
          <a:ext cx="695873" cy="5198707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24765" rIns="49530" bIns="24765" numCol="1" spcCol="1270" anchor="ctr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/>
            <a:t>Chargés de relation client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/>
            <a:t>Besoin d’</a:t>
          </a:r>
          <a:r>
            <a:rPr lang="en-US" sz="1300" b="1" kern="1200"/>
            <a:t>interprétabilité</a:t>
          </a:r>
          <a:endParaRPr lang="en-US" sz="1300" kern="1200"/>
        </a:p>
      </dsp:txBody>
      <dsp:txXfrm rot="-5400000">
        <a:off x="2924273" y="1948941"/>
        <a:ext cx="5164737" cy="627933"/>
      </dsp:txXfrm>
    </dsp:sp>
    <dsp:sp modelId="{B98AF60E-032C-614D-8AA0-566824DB4EBC}">
      <dsp:nvSpPr>
        <dsp:cNvPr id="0" name=""/>
        <dsp:cNvSpPr/>
      </dsp:nvSpPr>
      <dsp:spPr>
        <a:xfrm>
          <a:off x="0" y="1827986"/>
          <a:ext cx="2924273" cy="869842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/>
            <a:t>Utilisateurs</a:t>
          </a:r>
          <a:endParaRPr lang="en-US" sz="2400" kern="1200"/>
        </a:p>
      </dsp:txBody>
      <dsp:txXfrm>
        <a:off x="42462" y="1870448"/>
        <a:ext cx="2839349" cy="78491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4D542B4-3DA7-E443-9949-080A78BF5A7C}">
      <dsp:nvSpPr>
        <dsp:cNvPr id="0" name=""/>
        <dsp:cNvSpPr/>
      </dsp:nvSpPr>
      <dsp:spPr>
        <a:xfrm>
          <a:off x="0" y="588044"/>
          <a:ext cx="2538431" cy="1523058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1. Déséquilibre des classes</a:t>
          </a:r>
          <a:endParaRPr lang="en-US" sz="1600" kern="120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/>
            <a:t>92% bons clients vs 8% défauts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/>
            <a:t>Techniques de rééquilibrage nécessaires</a:t>
          </a:r>
        </a:p>
      </dsp:txBody>
      <dsp:txXfrm>
        <a:off x="0" y="588044"/>
        <a:ext cx="2538431" cy="1523058"/>
      </dsp:txXfrm>
    </dsp:sp>
    <dsp:sp modelId="{3741D983-36A5-054D-8BBA-237296B22034}">
      <dsp:nvSpPr>
        <dsp:cNvPr id="0" name=""/>
        <dsp:cNvSpPr/>
      </dsp:nvSpPr>
      <dsp:spPr>
        <a:xfrm>
          <a:off x="2792274" y="588044"/>
          <a:ext cx="2538431" cy="1523058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2. Déséquilibre du coût</a:t>
          </a:r>
          <a:endParaRPr lang="en-US" sz="1600" kern="120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b="1" kern="1200"/>
            <a:t>Faux Négatif (FN)</a:t>
          </a:r>
          <a:r>
            <a:rPr lang="en-US" sz="1200" kern="1200"/>
            <a:t> : Perte en capital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b="1" kern="1200"/>
            <a:t>Faux Positif (FP)</a:t>
          </a:r>
          <a:r>
            <a:rPr lang="en-US" sz="1200" kern="1200"/>
            <a:t> : Manque à gagner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b="1" kern="1200"/>
            <a:t>Hypothèse : Coût FN = 10 × Coût FP</a:t>
          </a:r>
          <a:endParaRPr lang="en-US" sz="1200" kern="1200"/>
        </a:p>
      </dsp:txBody>
      <dsp:txXfrm>
        <a:off x="2792274" y="588044"/>
        <a:ext cx="2538431" cy="1523058"/>
      </dsp:txXfrm>
    </dsp:sp>
    <dsp:sp modelId="{F42A0265-F09E-C74D-80A3-A92408BA3B15}">
      <dsp:nvSpPr>
        <dsp:cNvPr id="0" name=""/>
        <dsp:cNvSpPr/>
      </dsp:nvSpPr>
      <dsp:spPr>
        <a:xfrm>
          <a:off x="5584549" y="588044"/>
          <a:ext cx="2538431" cy="1523058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b="1" kern="1200"/>
            <a:t>3. Score métier personnalisé</a:t>
          </a:r>
          <a:endParaRPr lang="en-US" sz="1600" kern="1200"/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/>
            <a:t>Métrique adaptée aux coûts réels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/>
            <a:t>Optimisation du seuil de décision</a:t>
          </a:r>
        </a:p>
      </dsp:txBody>
      <dsp:txXfrm>
        <a:off x="5584549" y="588044"/>
        <a:ext cx="2538431" cy="152305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16D8DE7-0441-4D45-B1B6-D8D36F69E928}">
      <dsp:nvSpPr>
        <dsp:cNvPr id="0" name=""/>
        <dsp:cNvSpPr/>
      </dsp:nvSpPr>
      <dsp:spPr>
        <a:xfrm>
          <a:off x="991" y="189430"/>
          <a:ext cx="3867141" cy="2320285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Kaggle : “Home Credit Default Risk”</a:t>
          </a:r>
          <a:endParaRPr lang="en-US" sz="1900" kern="120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Table principale : application_train.csv</a:t>
          </a:r>
        </a:p>
        <a:p>
          <a:pPr marL="228600" lvl="2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307 511 clients</a:t>
          </a:r>
        </a:p>
        <a:p>
          <a:pPr marL="228600" lvl="2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122 variables</a:t>
          </a:r>
        </a:p>
        <a:p>
          <a:pPr marL="228600" lvl="2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TARGET : 0 = remboursé, 1 = défaut</a:t>
          </a:r>
        </a:p>
      </dsp:txBody>
      <dsp:txXfrm>
        <a:off x="991" y="189430"/>
        <a:ext cx="3867141" cy="2320285"/>
      </dsp:txXfrm>
    </dsp:sp>
    <dsp:sp modelId="{9BE65DAD-C7DF-C040-A404-7C13965D46FB}">
      <dsp:nvSpPr>
        <dsp:cNvPr id="0" name=""/>
        <dsp:cNvSpPr/>
      </dsp:nvSpPr>
      <dsp:spPr>
        <a:xfrm>
          <a:off x="4254847" y="189430"/>
          <a:ext cx="3867141" cy="2320285"/>
        </a:xfrm>
        <a:prstGeom prst="rect">
          <a:avLst/>
        </a:prstGeom>
        <a:solidFill>
          <a:schemeClr val="accent2">
            <a:hueOff val="5542319"/>
            <a:satOff val="-953"/>
            <a:lumOff val="-980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kern="1200"/>
            <a:t>Tables secondaires</a:t>
          </a:r>
          <a:endParaRPr lang="en-US" sz="1900" kern="120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bureau.csv : Historique tous organismes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previous_application.csv : Emprunts Home Credit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POS_CASH_balance.csv : Crédits cash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credit_card_balance.csv : Revolving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installments_payments.csv : Historique paiements</a:t>
          </a:r>
        </a:p>
      </dsp:txBody>
      <dsp:txXfrm>
        <a:off x="4254847" y="189430"/>
        <a:ext cx="3867141" cy="2320285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C0CF7C3-ED40-4E30-A8A0-3F8B31B12A8C}">
      <dsp:nvSpPr>
        <dsp:cNvPr id="0" name=""/>
        <dsp:cNvSpPr/>
      </dsp:nvSpPr>
      <dsp:spPr>
        <a:xfrm>
          <a:off x="1062236" y="0"/>
          <a:ext cx="1136207" cy="99631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9D35BB-05B8-4B8D-A6D6-A18EEFB736A9}">
      <dsp:nvSpPr>
        <dsp:cNvPr id="0" name=""/>
        <dsp:cNvSpPr/>
      </dsp:nvSpPr>
      <dsp:spPr>
        <a:xfrm>
          <a:off x="7186" y="1085608"/>
          <a:ext cx="3246306" cy="4269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300" b="1" kern="1200"/>
            <a:t>Déséquilibre important</a:t>
          </a:r>
          <a:endParaRPr lang="en-US" sz="2300" kern="1200"/>
        </a:p>
      </dsp:txBody>
      <dsp:txXfrm>
        <a:off x="7186" y="1085608"/>
        <a:ext cx="3246306" cy="426992"/>
      </dsp:txXfrm>
    </dsp:sp>
    <dsp:sp modelId="{DD8E8A94-0149-4CCE-ADD9-432C30402931}">
      <dsp:nvSpPr>
        <dsp:cNvPr id="0" name=""/>
        <dsp:cNvSpPr/>
      </dsp:nvSpPr>
      <dsp:spPr>
        <a:xfrm>
          <a:off x="7186" y="1554133"/>
          <a:ext cx="3246306" cy="8163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Classe 0 (bons)</a:t>
          </a:r>
          <a:r>
            <a:rPr lang="en-US" sz="1700" kern="1200"/>
            <a:t> : 91 907 (91,9%)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Classe 1 (défauts)</a:t>
          </a:r>
          <a:r>
            <a:rPr lang="en-US" sz="1700" kern="1200"/>
            <a:t> : 8 093 (8,1%)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Total</a:t>
          </a:r>
          <a:r>
            <a:rPr lang="en-US" sz="1700" kern="1200"/>
            <a:t> : 100 000 observations</a:t>
          </a:r>
        </a:p>
      </dsp:txBody>
      <dsp:txXfrm>
        <a:off x="7186" y="1554133"/>
        <a:ext cx="3246306" cy="816362"/>
      </dsp:txXfrm>
    </dsp:sp>
    <dsp:sp modelId="{CA8374A2-3D09-4DD3-BE27-2CB56B63B4A1}">
      <dsp:nvSpPr>
        <dsp:cNvPr id="0" name=""/>
        <dsp:cNvSpPr/>
      </dsp:nvSpPr>
      <dsp:spPr>
        <a:xfrm>
          <a:off x="4876646" y="0"/>
          <a:ext cx="1136207" cy="99631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7FE9194-3A61-4CCF-99F3-29C05A6FFA66}">
      <dsp:nvSpPr>
        <dsp:cNvPr id="0" name=""/>
        <dsp:cNvSpPr/>
      </dsp:nvSpPr>
      <dsp:spPr>
        <a:xfrm>
          <a:off x="3821596" y="1085608"/>
          <a:ext cx="3246306" cy="42699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300" b="1" kern="1200"/>
            <a:t>Conséquences</a:t>
          </a:r>
          <a:endParaRPr lang="en-US" sz="2300" kern="1200"/>
        </a:p>
      </dsp:txBody>
      <dsp:txXfrm>
        <a:off x="3821596" y="1085608"/>
        <a:ext cx="3246306" cy="426992"/>
      </dsp:txXfrm>
    </dsp:sp>
    <dsp:sp modelId="{606970A8-ED6B-4A16-B528-869AFF05714A}">
      <dsp:nvSpPr>
        <dsp:cNvPr id="0" name=""/>
        <dsp:cNvSpPr/>
      </dsp:nvSpPr>
      <dsp:spPr>
        <a:xfrm>
          <a:off x="3821596" y="1554133"/>
          <a:ext cx="3246306" cy="81636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Risque de modèle biaisé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Nécessité de techniques de rééquilibrage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SMOTE, pondération, sous-échantillonnage</a:t>
          </a:r>
        </a:p>
      </dsp:txBody>
      <dsp:txXfrm>
        <a:off x="3821596" y="1554133"/>
        <a:ext cx="3246306" cy="816362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E9CA2C0-7890-9644-BC60-FBDBEBB6220D}">
      <dsp:nvSpPr>
        <dsp:cNvPr id="0" name=""/>
        <dsp:cNvSpPr/>
      </dsp:nvSpPr>
      <dsp:spPr>
        <a:xfrm rot="5400000">
          <a:off x="4996977" y="-1941008"/>
          <a:ext cx="1053299" cy="5198707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22860" rIns="45720" bIns="22860" numCol="1" spcCol="1270" anchor="ctr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/>
            <a:t>EXT_SOURCE_3 : -0.178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/>
            <a:t>EXT_SOURCE_2 : -0.162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/>
            <a:t>EXT_SOURCE_1 : -0.153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/>
            <a:t>NAME_EDUCATION_TYPE_Higher : -0.058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/>
            <a:t>CODE_GENDER_F : -0.055</a:t>
          </a:r>
        </a:p>
      </dsp:txBody>
      <dsp:txXfrm rot="-5400000">
        <a:off x="2924273" y="183114"/>
        <a:ext cx="5147289" cy="950463"/>
      </dsp:txXfrm>
    </dsp:sp>
    <dsp:sp modelId="{33B4E6E9-3120-8641-86D9-4E8263247DD7}">
      <dsp:nvSpPr>
        <dsp:cNvPr id="0" name=""/>
        <dsp:cNvSpPr/>
      </dsp:nvSpPr>
      <dsp:spPr>
        <a:xfrm>
          <a:off x="0" y="32"/>
          <a:ext cx="2924273" cy="131662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/>
            <a:t>Top 5 corrélations négatives (bon signe)</a:t>
          </a:r>
          <a:endParaRPr lang="en-US" sz="2400" kern="1200"/>
        </a:p>
      </dsp:txBody>
      <dsp:txXfrm>
        <a:off x="64272" y="64304"/>
        <a:ext cx="2795729" cy="1188080"/>
      </dsp:txXfrm>
    </dsp:sp>
    <dsp:sp modelId="{A5AB9977-0795-2044-8924-599BA7DE50C2}">
      <dsp:nvSpPr>
        <dsp:cNvPr id="0" name=""/>
        <dsp:cNvSpPr/>
      </dsp:nvSpPr>
      <dsp:spPr>
        <a:xfrm rot="5400000">
          <a:off x="4996977" y="-558552"/>
          <a:ext cx="1053299" cy="5198707"/>
        </a:xfrm>
        <a:prstGeom prst="round2Same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22860" rIns="45720" bIns="22860" numCol="1" spcCol="1270" anchor="ctr" anchorCtr="0">
          <a:noAutofit/>
        </a:bodyPr>
        <a:lstStyle/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/>
            <a:t>DAYS_BIRTH : 0.077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/>
            <a:t>DAYS_EMPLOYED : 0.073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/>
            <a:t>REGION_RATING_CLIENT_W_CITY : 0.063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/>
            <a:t>REGION_RATING_CLIENT : 0.062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/>
            <a:t>NAME_INCOME_TYPE_Working : 0.057</a:t>
          </a:r>
        </a:p>
      </dsp:txBody>
      <dsp:txXfrm rot="-5400000">
        <a:off x="2924273" y="1565570"/>
        <a:ext cx="5147289" cy="950463"/>
      </dsp:txXfrm>
    </dsp:sp>
    <dsp:sp modelId="{8B83BF1B-8B34-6A45-8E11-2A5E584ED261}">
      <dsp:nvSpPr>
        <dsp:cNvPr id="0" name=""/>
        <dsp:cNvSpPr/>
      </dsp:nvSpPr>
      <dsp:spPr>
        <a:xfrm>
          <a:off x="0" y="1382489"/>
          <a:ext cx="2924273" cy="1316624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/>
            <a:t>Top 5 corrélations positives (risque)</a:t>
          </a:r>
          <a:endParaRPr lang="en-US" sz="2400" kern="1200"/>
        </a:p>
      </dsp:txBody>
      <dsp:txXfrm>
        <a:off x="64272" y="1446761"/>
        <a:ext cx="2795729" cy="118808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155911D-F632-9A43-861B-51E1161AD728}">
      <dsp:nvSpPr>
        <dsp:cNvPr id="0" name=""/>
        <dsp:cNvSpPr/>
      </dsp:nvSpPr>
      <dsp:spPr>
        <a:xfrm rot="5400000">
          <a:off x="4996977" y="-1941008"/>
          <a:ext cx="1053299" cy="5198707"/>
        </a:xfrm>
        <a:prstGeom prst="round2Same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36195" rIns="72390" bIns="36195" numCol="1" spcCol="1270" anchor="ctr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Distribution : 21 à 70 ans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Moyenne : 43,9 ans</a:t>
          </a:r>
        </a:p>
      </dsp:txBody>
      <dsp:txXfrm rot="-5400000">
        <a:off x="2924273" y="183114"/>
        <a:ext cx="5147289" cy="950463"/>
      </dsp:txXfrm>
    </dsp:sp>
    <dsp:sp modelId="{9E09B757-CAF2-4547-A148-0AB0FB64CDDC}">
      <dsp:nvSpPr>
        <dsp:cNvPr id="0" name=""/>
        <dsp:cNvSpPr/>
      </dsp:nvSpPr>
      <dsp:spPr>
        <a:xfrm>
          <a:off x="0" y="32"/>
          <a:ext cx="2924273" cy="1316624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59055" rIns="118110" bIns="59055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b="1" kern="1200"/>
            <a:t>Observations</a:t>
          </a:r>
          <a:endParaRPr lang="en-US" sz="3100" kern="1200"/>
        </a:p>
      </dsp:txBody>
      <dsp:txXfrm>
        <a:off x="64272" y="64304"/>
        <a:ext cx="2795729" cy="1188080"/>
      </dsp:txXfrm>
    </dsp:sp>
    <dsp:sp modelId="{DE12C7A0-2E7F-3F47-8483-8F17DC2380E9}">
      <dsp:nvSpPr>
        <dsp:cNvPr id="0" name=""/>
        <dsp:cNvSpPr/>
      </dsp:nvSpPr>
      <dsp:spPr>
        <a:xfrm rot="5400000">
          <a:off x="4996977" y="-558552"/>
          <a:ext cx="1053299" cy="5198707"/>
        </a:xfrm>
        <a:prstGeom prst="round2Same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2390" tIns="36195" rIns="72390" bIns="36195" numCol="1" spcCol="1270" anchor="ctr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Jeunes (20-30 ans) : ~12% défaut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Seniors (65-70 ans) : ~3,6% défaut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b="1" kern="1200"/>
            <a:t>L’âge est un facteur prédictif important</a:t>
          </a:r>
          <a:endParaRPr lang="en-US" sz="1900" kern="1200"/>
        </a:p>
      </dsp:txBody>
      <dsp:txXfrm rot="-5400000">
        <a:off x="2924273" y="1565570"/>
        <a:ext cx="5147289" cy="950463"/>
      </dsp:txXfrm>
    </dsp:sp>
    <dsp:sp modelId="{86DFFE55-7157-ED4E-B665-0D4331790B28}">
      <dsp:nvSpPr>
        <dsp:cNvPr id="0" name=""/>
        <dsp:cNvSpPr/>
      </dsp:nvSpPr>
      <dsp:spPr>
        <a:xfrm>
          <a:off x="0" y="1382489"/>
          <a:ext cx="2924273" cy="1316624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8110" tIns="59055" rIns="118110" bIns="59055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b="1" kern="1200"/>
            <a:t>Tendance</a:t>
          </a:r>
          <a:endParaRPr lang="en-US" sz="3100" kern="1200"/>
        </a:p>
      </dsp:txBody>
      <dsp:txXfrm>
        <a:off x="64272" y="1446761"/>
        <a:ext cx="2795729" cy="118808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8D91B39-1C3E-3E47-8152-2E53C885AA89}">
      <dsp:nvSpPr>
        <dsp:cNvPr id="0" name=""/>
        <dsp:cNvSpPr/>
      </dsp:nvSpPr>
      <dsp:spPr>
        <a:xfrm rot="5400000">
          <a:off x="5175690" y="-2163114"/>
          <a:ext cx="695873" cy="5198707"/>
        </a:xfrm>
        <a:prstGeom prst="round2SameRect">
          <a:avLst/>
        </a:prstGeom>
        <a:solidFill>
          <a:schemeClr val="accent4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24765" rIns="49530" bIns="24765" numCol="1" spcCol="1270" anchor="ctr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/>
            <a:t>17 865 observations (17,9%)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/>
            <a:t>Probablement retraités/chômeurs</a:t>
          </a:r>
        </a:p>
      </dsp:txBody>
      <dsp:txXfrm rot="-5400000">
        <a:off x="2924273" y="122273"/>
        <a:ext cx="5164737" cy="627933"/>
      </dsp:txXfrm>
    </dsp:sp>
    <dsp:sp modelId="{84C45477-3E00-AD4D-9E37-6B5A44CA2048}">
      <dsp:nvSpPr>
        <dsp:cNvPr id="0" name=""/>
        <dsp:cNvSpPr/>
      </dsp:nvSpPr>
      <dsp:spPr>
        <a:xfrm>
          <a:off x="0" y="1317"/>
          <a:ext cx="2924273" cy="869842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/>
            <a:t>DAYS_EMPLOYED : 365 243 jours</a:t>
          </a:r>
          <a:endParaRPr lang="en-US" sz="2400" kern="1200"/>
        </a:p>
      </dsp:txBody>
      <dsp:txXfrm>
        <a:off x="42462" y="43779"/>
        <a:ext cx="2839349" cy="784918"/>
      </dsp:txXfrm>
    </dsp:sp>
    <dsp:sp modelId="{7FA93C9D-0FDE-9140-A0D0-897A6CF92BC7}">
      <dsp:nvSpPr>
        <dsp:cNvPr id="0" name=""/>
        <dsp:cNvSpPr/>
      </dsp:nvSpPr>
      <dsp:spPr>
        <a:xfrm rot="5400000">
          <a:off x="5175690" y="-1249780"/>
          <a:ext cx="695873" cy="5198707"/>
        </a:xfrm>
        <a:prstGeom prst="round2SameRect">
          <a:avLst/>
        </a:prstGeom>
        <a:solidFill>
          <a:schemeClr val="accent4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24765" rIns="49530" bIns="24765" numCol="1" spcCol="1270" anchor="ctr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/>
            <a:t>Variable DAYS_EMPLOYED_ANOM (flag)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/>
            <a:t>Remplacement par NaN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/>
            <a:t>Conservation de l’information</a:t>
          </a:r>
        </a:p>
      </dsp:txBody>
      <dsp:txXfrm rot="-5400000">
        <a:off x="2924273" y="1035607"/>
        <a:ext cx="5164737" cy="627933"/>
      </dsp:txXfrm>
    </dsp:sp>
    <dsp:sp modelId="{141E3D9E-FD14-A441-BB15-DDD8EAD0F301}">
      <dsp:nvSpPr>
        <dsp:cNvPr id="0" name=""/>
        <dsp:cNvSpPr/>
      </dsp:nvSpPr>
      <dsp:spPr>
        <a:xfrm>
          <a:off x="0" y="914652"/>
          <a:ext cx="2924273" cy="869842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/>
            <a:t>Traitement</a:t>
          </a:r>
          <a:endParaRPr lang="en-US" sz="2400" kern="1200"/>
        </a:p>
      </dsp:txBody>
      <dsp:txXfrm>
        <a:off x="42462" y="957114"/>
        <a:ext cx="2839349" cy="784918"/>
      </dsp:txXfrm>
    </dsp:sp>
    <dsp:sp modelId="{6C1D70BA-060C-AE42-BE46-3EC82AA263D3}">
      <dsp:nvSpPr>
        <dsp:cNvPr id="0" name=""/>
        <dsp:cNvSpPr/>
      </dsp:nvSpPr>
      <dsp:spPr>
        <a:xfrm rot="5400000">
          <a:off x="5175690" y="-336446"/>
          <a:ext cx="695873" cy="5198707"/>
        </a:xfrm>
        <a:prstGeom prst="round2SameRect">
          <a:avLst/>
        </a:prstGeom>
        <a:solidFill>
          <a:schemeClr val="accent4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530" tIns="24765" rIns="49530" bIns="24765" numCol="1" spcCol="1270" anchor="ctr" anchorCtr="0">
          <a:noAutofit/>
        </a:bodyPr>
        <a:lstStyle/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/>
            <a:t>Anomalies : 5,5% défaut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/>
            <a:t>Non-anomalies : 8,7% défaut</a:t>
          </a:r>
        </a:p>
      </dsp:txBody>
      <dsp:txXfrm rot="-5400000">
        <a:off x="2924273" y="1948941"/>
        <a:ext cx="5164737" cy="627933"/>
      </dsp:txXfrm>
    </dsp:sp>
    <dsp:sp modelId="{CEEC5AB8-9C66-E146-981D-A9615C5A2071}">
      <dsp:nvSpPr>
        <dsp:cNvPr id="0" name=""/>
        <dsp:cNvSpPr/>
      </dsp:nvSpPr>
      <dsp:spPr>
        <a:xfrm>
          <a:off x="0" y="1827986"/>
          <a:ext cx="2924273" cy="869842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45720" rIns="91440" bIns="4572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/>
            <a:t>Impact</a:t>
          </a:r>
          <a:endParaRPr lang="en-US" sz="2400" kern="1200"/>
        </a:p>
      </dsp:txBody>
      <dsp:txXfrm>
        <a:off x="42462" y="1870448"/>
        <a:ext cx="2839349" cy="784918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8F849DC-063C-8841-A1D2-1E0AEC30A8E8}">
      <dsp:nvSpPr>
        <dsp:cNvPr id="0" name=""/>
        <dsp:cNvSpPr/>
      </dsp:nvSpPr>
      <dsp:spPr>
        <a:xfrm>
          <a:off x="991" y="189430"/>
          <a:ext cx="3867141" cy="2320285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/>
            <a:t>Constat</a:t>
          </a:r>
          <a:endParaRPr lang="en-US" sz="2400" kern="120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67 colonnes avec NaN (sur 122)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Jusqu’à 70% de NaN pour certaines</a:t>
          </a:r>
        </a:p>
      </dsp:txBody>
      <dsp:txXfrm>
        <a:off x="991" y="189430"/>
        <a:ext cx="3867141" cy="2320285"/>
      </dsp:txXfrm>
    </dsp:sp>
    <dsp:sp modelId="{F71957CD-870D-7B48-8D23-0D56B60A6686}">
      <dsp:nvSpPr>
        <dsp:cNvPr id="0" name=""/>
        <dsp:cNvSpPr/>
      </dsp:nvSpPr>
      <dsp:spPr>
        <a:xfrm>
          <a:off x="4254847" y="189430"/>
          <a:ext cx="3867141" cy="2320285"/>
        </a:xfrm>
        <a:prstGeom prst="rect">
          <a:avLst/>
        </a:prstGeom>
        <a:solidFill>
          <a:schemeClr val="accent2">
            <a:hueOff val="5542319"/>
            <a:satOff val="-953"/>
            <a:lumOff val="-980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t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kern="1200"/>
            <a:t>Stratégie</a:t>
          </a:r>
          <a:endParaRPr lang="en-US" sz="2400" kern="120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Seuil : 20% maximum de NaN</a:t>
          </a:r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Variables numériques : </a:t>
          </a:r>
          <a:r>
            <a:rPr lang="en-US" sz="1900" b="1" kern="1200"/>
            <a:t>KNN imputation (K=5)</a:t>
          </a:r>
          <a:endParaRPr lang="en-US" sz="1900" kern="120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Variables catégorielles : </a:t>
          </a:r>
          <a:r>
            <a:rPr lang="en-US" sz="1900" b="1" kern="1200"/>
            <a:t>Mode</a:t>
          </a:r>
          <a:endParaRPr lang="en-US" sz="1900" kern="120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900" kern="1200"/>
            <a:t>Suppression des trop lacunaires</a:t>
          </a:r>
        </a:p>
      </dsp:txBody>
      <dsp:txXfrm>
        <a:off x="4254847" y="189430"/>
        <a:ext cx="3867141" cy="2320285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CA13607-3FC7-5E4E-95D2-9EB33EB8AAD3}">
      <dsp:nvSpPr>
        <dsp:cNvPr id="0" name=""/>
        <dsp:cNvSpPr/>
      </dsp:nvSpPr>
      <dsp:spPr>
        <a:xfrm>
          <a:off x="0" y="1186"/>
          <a:ext cx="2924273" cy="51861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/>
            <a:t>Variables créées</a:t>
          </a:r>
          <a:endParaRPr lang="en-US" sz="2000" kern="1200"/>
        </a:p>
      </dsp:txBody>
      <dsp:txXfrm>
        <a:off x="25316" y="26502"/>
        <a:ext cx="2873641" cy="467978"/>
      </dsp:txXfrm>
    </dsp:sp>
    <dsp:sp modelId="{6DD447B8-CA33-0B4B-8556-6EDC4FEBB3FB}">
      <dsp:nvSpPr>
        <dsp:cNvPr id="0" name=""/>
        <dsp:cNvSpPr/>
      </dsp:nvSpPr>
      <dsp:spPr>
        <a:xfrm rot="5400000">
          <a:off x="5316182" y="-1794321"/>
          <a:ext cx="414888" cy="5198707"/>
        </a:xfrm>
        <a:prstGeom prst="round2SameRect">
          <a:avLst/>
        </a:prstGeom>
        <a:solidFill>
          <a:schemeClr val="accent4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20955" rIns="41910" bIns="20955" numCol="1" spcCol="1270" anchor="ctr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/>
            <a:t>AMT_CREDIT / AMT_INCOME_TOTAL</a:t>
          </a:r>
        </a:p>
      </dsp:txBody>
      <dsp:txXfrm rot="-5400000">
        <a:off x="2924273" y="617841"/>
        <a:ext cx="5178454" cy="374382"/>
      </dsp:txXfrm>
    </dsp:sp>
    <dsp:sp modelId="{371B35F9-AFF6-4440-B12B-3E2BC6C750A4}">
      <dsp:nvSpPr>
        <dsp:cNvPr id="0" name=""/>
        <dsp:cNvSpPr/>
      </dsp:nvSpPr>
      <dsp:spPr>
        <a:xfrm>
          <a:off x="0" y="545727"/>
          <a:ext cx="2924273" cy="51861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/>
            <a:t>CREDIT_DEBT_RATIO</a:t>
          </a:r>
          <a:endParaRPr lang="en-US" sz="2000" kern="1200"/>
        </a:p>
      </dsp:txBody>
      <dsp:txXfrm>
        <a:off x="25316" y="571043"/>
        <a:ext cx="2873641" cy="467978"/>
      </dsp:txXfrm>
    </dsp:sp>
    <dsp:sp modelId="{25FE05F5-DF72-8A4A-A339-1B7A237AEAEC}">
      <dsp:nvSpPr>
        <dsp:cNvPr id="0" name=""/>
        <dsp:cNvSpPr/>
      </dsp:nvSpPr>
      <dsp:spPr>
        <a:xfrm rot="5400000">
          <a:off x="5316182" y="-1249780"/>
          <a:ext cx="414888" cy="5198707"/>
        </a:xfrm>
        <a:prstGeom prst="round2SameRect">
          <a:avLst/>
        </a:prstGeom>
        <a:solidFill>
          <a:schemeClr val="accent4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20955" rIns="41910" bIns="20955" numCol="1" spcCol="1270" anchor="ctr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/>
            <a:t>AMT_INCOME_TOTAL / (CNT_CHILDREN + 1)</a:t>
          </a:r>
        </a:p>
      </dsp:txBody>
      <dsp:txXfrm rot="-5400000">
        <a:off x="2924273" y="1162382"/>
        <a:ext cx="5178454" cy="374382"/>
      </dsp:txXfrm>
    </dsp:sp>
    <dsp:sp modelId="{28EB8F3A-C0D8-9A48-BA74-FE5A7A2CC4B3}">
      <dsp:nvSpPr>
        <dsp:cNvPr id="0" name=""/>
        <dsp:cNvSpPr/>
      </dsp:nvSpPr>
      <dsp:spPr>
        <a:xfrm>
          <a:off x="0" y="1090268"/>
          <a:ext cx="2924273" cy="51861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/>
            <a:t>PART_SOCIALE</a:t>
          </a:r>
          <a:endParaRPr lang="en-US" sz="2000" kern="1200"/>
        </a:p>
      </dsp:txBody>
      <dsp:txXfrm>
        <a:off x="25316" y="1115584"/>
        <a:ext cx="2873641" cy="467978"/>
      </dsp:txXfrm>
    </dsp:sp>
    <dsp:sp modelId="{1C85859A-2F80-A84C-82A1-4B6682895351}">
      <dsp:nvSpPr>
        <dsp:cNvPr id="0" name=""/>
        <dsp:cNvSpPr/>
      </dsp:nvSpPr>
      <dsp:spPr>
        <a:xfrm rot="5400000">
          <a:off x="5316182" y="-705239"/>
          <a:ext cx="414888" cy="5198707"/>
        </a:xfrm>
        <a:prstGeom prst="round2SameRect">
          <a:avLst/>
        </a:prstGeom>
        <a:solidFill>
          <a:schemeClr val="accent4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20955" rIns="41910" bIns="20955" numCol="1" spcCol="1270" anchor="ctr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/>
            <a:t>DAYS_BIRTH / 365</a:t>
          </a:r>
        </a:p>
      </dsp:txBody>
      <dsp:txXfrm rot="-5400000">
        <a:off x="2924273" y="1706923"/>
        <a:ext cx="5178454" cy="374382"/>
      </dsp:txXfrm>
    </dsp:sp>
    <dsp:sp modelId="{BDBC118E-1CE0-9A42-8675-872A1C5CEAE1}">
      <dsp:nvSpPr>
        <dsp:cNvPr id="0" name=""/>
        <dsp:cNvSpPr/>
      </dsp:nvSpPr>
      <dsp:spPr>
        <a:xfrm>
          <a:off x="0" y="1634809"/>
          <a:ext cx="2924273" cy="51861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/>
            <a:t>YEARS_BIRTH</a:t>
          </a:r>
          <a:endParaRPr lang="en-US" sz="2000" kern="1200"/>
        </a:p>
      </dsp:txBody>
      <dsp:txXfrm>
        <a:off x="25316" y="1660125"/>
        <a:ext cx="2873641" cy="467978"/>
      </dsp:txXfrm>
    </dsp:sp>
    <dsp:sp modelId="{63D915D4-779B-464F-9B7B-4CBB8663D41A}">
      <dsp:nvSpPr>
        <dsp:cNvPr id="0" name=""/>
        <dsp:cNvSpPr/>
      </dsp:nvSpPr>
      <dsp:spPr>
        <a:xfrm rot="5400000">
          <a:off x="5316182" y="-160698"/>
          <a:ext cx="414888" cy="5198707"/>
        </a:xfrm>
        <a:prstGeom prst="round2SameRect">
          <a:avLst/>
        </a:prstGeom>
        <a:solidFill>
          <a:schemeClr val="accent4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4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20955" rIns="41910" bIns="20955" numCol="1" spcCol="1270" anchor="ctr" anchorCtr="0">
          <a:noAutofit/>
        </a:bodyPr>
        <a:lstStyle/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/>
            <a:t>122 → 240 features (après encoding)</a:t>
          </a:r>
        </a:p>
        <a:p>
          <a:pPr marL="57150" lvl="1" indent="-57150" algn="l" defTabSz="4889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100" kern="1200"/>
            <a:t>Sélection → 27 features finales</a:t>
          </a:r>
        </a:p>
      </dsp:txBody>
      <dsp:txXfrm rot="-5400000">
        <a:off x="2924273" y="2251464"/>
        <a:ext cx="5178454" cy="374382"/>
      </dsp:txXfrm>
    </dsp:sp>
    <dsp:sp modelId="{037CBC17-71CE-2C4E-A2FA-0CCCF15A3E56}">
      <dsp:nvSpPr>
        <dsp:cNvPr id="0" name=""/>
        <dsp:cNvSpPr/>
      </dsp:nvSpPr>
      <dsp:spPr>
        <a:xfrm>
          <a:off x="0" y="2179350"/>
          <a:ext cx="2924273" cy="51861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38100" rIns="76200" bIns="381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/>
            <a:t>Résultat</a:t>
          </a:r>
          <a:endParaRPr lang="en-US" sz="2000" kern="1200"/>
        </a:p>
      </dsp:txBody>
      <dsp:txXfrm>
        <a:off x="25316" y="2204666"/>
        <a:ext cx="2873641" cy="467978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2A54624-A746-6A4B-B5C0-73B2FFDBE258}">
      <dsp:nvSpPr>
        <dsp:cNvPr id="0" name=""/>
        <dsp:cNvSpPr/>
      </dsp:nvSpPr>
      <dsp:spPr>
        <a:xfrm>
          <a:off x="0" y="588044"/>
          <a:ext cx="2538431" cy="1523058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Performance</a:t>
          </a:r>
          <a:endParaRPr lang="en-US" sz="1800" kern="120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/>
            <a:t>Régression Logistique : AUC = 0.720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/>
            <a:t>Random Forest : AUC = 0.732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b="1" kern="1200"/>
            <a:t>LightGBM : AUC = 0.741</a:t>
          </a:r>
          <a:r>
            <a:rPr lang="en-US" sz="1400" kern="1200"/>
            <a:t> ✓</a:t>
          </a:r>
        </a:p>
      </dsp:txBody>
      <dsp:txXfrm>
        <a:off x="0" y="588044"/>
        <a:ext cx="2538431" cy="1523058"/>
      </dsp:txXfrm>
    </dsp:sp>
    <dsp:sp modelId="{8EBA22DF-1EBF-7244-B67C-FDEEDA060E6F}">
      <dsp:nvSpPr>
        <dsp:cNvPr id="0" name=""/>
        <dsp:cNvSpPr/>
      </dsp:nvSpPr>
      <dsp:spPr>
        <a:xfrm>
          <a:off x="2792274" y="588044"/>
          <a:ext cx="2538431" cy="1523058"/>
        </a:xfrm>
        <a:prstGeom prst="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Validation</a:t>
          </a:r>
          <a:endParaRPr lang="en-US" sz="1800" kern="120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/>
            <a:t>AUC &lt; 0.82 → Pas d’overfitting ✓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/>
            <a:t>Bonne capacité de discrimination</a:t>
          </a:r>
        </a:p>
      </dsp:txBody>
      <dsp:txXfrm>
        <a:off x="2792274" y="588044"/>
        <a:ext cx="2538431" cy="1523058"/>
      </dsp:txXfrm>
    </dsp:sp>
    <dsp:sp modelId="{0FA61EB6-8E52-D64D-80EE-3828033C2AA9}">
      <dsp:nvSpPr>
        <dsp:cNvPr id="0" name=""/>
        <dsp:cNvSpPr/>
      </dsp:nvSpPr>
      <dsp:spPr>
        <a:xfrm>
          <a:off x="5584549" y="588044"/>
          <a:ext cx="2538431" cy="1523058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/>
            <a:t>Seuil optimal</a:t>
          </a:r>
          <a:endParaRPr lang="en-US" sz="1800" kern="120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/>
            <a:t>Seuil standard : 0.5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b="1" kern="1200"/>
            <a:t>Seuil optimisé : 0.45</a:t>
          </a:r>
          <a:endParaRPr lang="en-US" sz="1400" kern="1200"/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400" kern="1200"/>
            <a:t>Score métier maximisé</a:t>
          </a:r>
        </a:p>
      </dsp:txBody>
      <dsp:txXfrm>
        <a:off x="5584549" y="588044"/>
        <a:ext cx="2538431" cy="1523058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1221607-1EB5-AD4A-B1D4-68D16E9ED82D}">
      <dsp:nvSpPr>
        <dsp:cNvPr id="0" name=""/>
        <dsp:cNvSpPr/>
      </dsp:nvSpPr>
      <dsp:spPr>
        <a:xfrm>
          <a:off x="991" y="189430"/>
          <a:ext cx="3867141" cy="2320285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1" kern="1200"/>
            <a:t>Limites techniques</a:t>
          </a:r>
          <a:endParaRPr lang="en-US" sz="2600" kern="120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Taux FN encore élevé (36,9%)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Taux FP : 28%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Dépendance scores externes (42%)</a:t>
          </a:r>
        </a:p>
      </dsp:txBody>
      <dsp:txXfrm>
        <a:off x="991" y="189430"/>
        <a:ext cx="3867141" cy="2320285"/>
      </dsp:txXfrm>
    </dsp:sp>
    <dsp:sp modelId="{F5C4D48A-A4CD-F542-8E25-BB658331F6DE}">
      <dsp:nvSpPr>
        <dsp:cNvPr id="0" name=""/>
        <dsp:cNvSpPr/>
      </dsp:nvSpPr>
      <dsp:spPr>
        <a:xfrm>
          <a:off x="4254847" y="189430"/>
          <a:ext cx="3867141" cy="2320285"/>
        </a:xfrm>
        <a:prstGeom prst="rect">
          <a:avLst/>
        </a:prstGeom>
        <a:solidFill>
          <a:schemeClr val="accent2">
            <a:hueOff val="5542319"/>
            <a:satOff val="-953"/>
            <a:lumOff val="-9804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9060" tIns="99060" rIns="99060" bIns="99060" numCol="1" spcCol="1270" anchor="t" anchorCtr="0">
          <a:noAutofit/>
        </a:bodyPr>
        <a:lstStyle/>
        <a:p>
          <a:pPr marL="0" lvl="0" indent="0" algn="l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600" b="1" kern="1200"/>
            <a:t>Limites métier</a:t>
          </a:r>
          <a:endParaRPr lang="en-US" sz="2600" kern="120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Hypothèse coût 10:1 à valider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Modèle à ré-entraîner régulièrement</a:t>
          </a:r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kern="1200"/>
            <a:t>Formation utilisateurs nécessaire</a:t>
          </a:r>
        </a:p>
      </dsp:txBody>
      <dsp:txXfrm>
        <a:off x="4254847" y="189430"/>
        <a:ext cx="3867141" cy="232028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default">
  <dgm:title val=""/>
  <dgm:desc val=""/>
  <dgm:catLst>
    <dgm:cat type="list" pri="4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func="var" arg="dir" op="equ" val="norm">
        <dgm:alg type="snake">
          <dgm:param type="grDir" val="tL"/>
          <dgm:param type="flowDir" val="row"/>
          <dgm:param type="contDir" val="sameDir"/>
          <dgm:param type="off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node" refType="w"/>
      <dgm:constr type="h" for="ch" forName="node" refType="w" refFor="ch" refForName="node" fact="0.6"/>
      <dgm:constr type="w" for="ch" forName="sibTrans" refType="w" refFor="ch" refForName="node" fact="0.1"/>
      <dgm:constr type="sp" refType="w" refFor="ch" refForName="sibTrans"/>
      <dgm:constr type="primFontSz" for="ch" forName="node" op="equ" val="65"/>
    </dgm:constrLst>
    <dgm:ruleLst/>
    <dgm:forEach name="Name3" axis="ch" ptType="node">
      <dgm:layoutNode name="node">
        <dgm:varLst>
          <dgm:bulletEnabled val="1"/>
        </dgm:varLst>
        <dgm:alg type="tx"/>
        <dgm:shape xmlns:r="http://schemas.openxmlformats.org/officeDocument/2006/relationships" type="rect" r:blip="">
          <dgm:adjLst/>
        </dgm:shape>
        <dgm:presOf axis="desOrSelf" ptType="node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B4DB811-2ED2-044E-B0B3-CCC511D683F7}" type="datetimeFigureOut">
              <a:rPr lang="fr-FR" smtClean="0"/>
              <a:t>31/10/2025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54B513-D8D6-0440-932F-63665FD3408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211953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654B513-D8D6-0440-932F-63665FD3408D}" type="slidenum">
              <a:rPr lang="fr-FR" smtClean="0"/>
              <a:t>13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019393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3182138"/>
            <a:ext cx="6726063" cy="206957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3787" y="3182884"/>
            <a:ext cx="2307831" cy="207705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1942559"/>
            <a:ext cx="6726064" cy="12452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10" name="Rectangle 9"/>
          <p:cNvSpPr/>
          <p:nvPr/>
        </p:nvSpPr>
        <p:spPr>
          <a:xfrm>
            <a:off x="6833787" y="1942559"/>
            <a:ext cx="2307832" cy="12452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0241" y="2050282"/>
            <a:ext cx="6108101" cy="1029803"/>
          </a:xfrm>
        </p:spPr>
        <p:txBody>
          <a:bodyPr anchor="b">
            <a:noAutofit/>
          </a:bodyPr>
          <a:lstStyle>
            <a:lvl1pPr algn="r">
              <a:defRPr sz="405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10241" y="3295530"/>
            <a:ext cx="6108101" cy="838265"/>
          </a:xfrm>
        </p:spPr>
        <p:txBody>
          <a:bodyPr>
            <a:normAutofit/>
          </a:bodyPr>
          <a:lstStyle>
            <a:lvl1pPr marL="0" indent="0" algn="r">
              <a:buNone/>
              <a:defRPr sz="15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fr-FR"/>
              <a:t>Modifiez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10/31/25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941510" y="2062753"/>
            <a:ext cx="878916" cy="1017332"/>
          </a:xfrm>
        </p:spPr>
        <p:txBody>
          <a:bodyPr/>
          <a:lstStyle/>
          <a:p>
            <a:fld id="{C5EF2332-01BF-834F-8236-50238282D533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71969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477680"/>
            <a:ext cx="7828359" cy="240873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0" y="1478425"/>
            <a:ext cx="1202248" cy="108203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457200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18" name="Rectangle 17"/>
          <p:cNvSpPr/>
          <p:nvPr/>
        </p:nvSpPr>
        <p:spPr>
          <a:xfrm>
            <a:off x="7939371" y="457200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10/31/25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99791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3065180"/>
            <a:ext cx="7828359" cy="240873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68" y="3065926"/>
            <a:ext cx="1202248" cy="108203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044700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10" name="Rectangle 9"/>
          <p:cNvSpPr/>
          <p:nvPr/>
        </p:nvSpPr>
        <p:spPr>
          <a:xfrm>
            <a:off x="7939369" y="2044700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241" y="2152421"/>
            <a:ext cx="7210395" cy="818091"/>
          </a:xfrm>
        </p:spPr>
        <p:txBody>
          <a:bodyPr anchor="ctr">
            <a:normAutofit/>
          </a:bodyPr>
          <a:lstStyle>
            <a:lvl1pPr algn="r">
              <a:defRPr sz="27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0241" y="3174129"/>
            <a:ext cx="7210395" cy="1278013"/>
          </a:xfrm>
        </p:spPr>
        <p:txBody>
          <a:bodyPr>
            <a:normAutofit/>
          </a:bodyPr>
          <a:lstStyle>
            <a:lvl1pPr marL="0" indent="0" algn="r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10/31/25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047092" y="2152422"/>
            <a:ext cx="865613" cy="818092"/>
          </a:xfrm>
        </p:spPr>
        <p:txBody>
          <a:bodyPr/>
          <a:lstStyle/>
          <a:p>
            <a:fld id="{C5EF2332-01BF-834F-8236-50238282D533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20333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477680"/>
            <a:ext cx="7828359" cy="240873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0" y="1478425"/>
            <a:ext cx="1202248" cy="108203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7200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7939371" y="457200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0240" y="1752655"/>
            <a:ext cx="3523769" cy="269948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95592" y="1752655"/>
            <a:ext cx="3525044" cy="2699487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10/31/25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00087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477680"/>
            <a:ext cx="7828359" cy="240873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0" y="1478425"/>
            <a:ext cx="1202248" cy="108203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0" y="457200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7939371" y="457200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240" y="564922"/>
            <a:ext cx="7210397" cy="810703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9763" y="1752655"/>
            <a:ext cx="3354245" cy="519851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10242" y="2272507"/>
            <a:ext cx="3523766" cy="2179634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365116" y="1752655"/>
            <a:ext cx="3355521" cy="519057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195593" y="2272507"/>
            <a:ext cx="3525044" cy="2179634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10/31/25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27989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477680"/>
            <a:ext cx="7828359" cy="240873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0" y="1478425"/>
            <a:ext cx="1202248" cy="108203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457200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7939371" y="457200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10/31/25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8549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0" y="1478425"/>
            <a:ext cx="1202248" cy="108203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939371" y="457200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10/31/25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07781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477680"/>
            <a:ext cx="7828359" cy="240873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0" y="1478425"/>
            <a:ext cx="1202248" cy="108203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7200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11" name="Rectangle 10"/>
          <p:cNvSpPr/>
          <p:nvPr/>
        </p:nvSpPr>
        <p:spPr>
          <a:xfrm>
            <a:off x="7939371" y="457200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241" y="564920"/>
            <a:ext cx="7210394" cy="810705"/>
          </a:xfrm>
        </p:spPr>
        <p:txBody>
          <a:bodyPr anchor="ctr">
            <a:normAutofit/>
          </a:bodyPr>
          <a:lstStyle>
            <a:lvl1pPr>
              <a:defRPr sz="27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14385" y="1752655"/>
            <a:ext cx="4206252" cy="2699485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0241" y="1752654"/>
            <a:ext cx="2842559" cy="2699488"/>
          </a:xfrm>
        </p:spPr>
        <p:txBody>
          <a:bodyPr anchor="ctr"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10/31/25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41175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477680"/>
            <a:ext cx="7828359" cy="240873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0" y="1478425"/>
            <a:ext cx="1202248" cy="108203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7200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7939371" y="457200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242" y="564921"/>
            <a:ext cx="7210393" cy="810704"/>
          </a:xfrm>
        </p:spPr>
        <p:txBody>
          <a:bodyPr anchor="ctr">
            <a:normAutofit/>
          </a:bodyPr>
          <a:lstStyle>
            <a:lvl1pPr>
              <a:defRPr sz="27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651250" y="1752656"/>
            <a:ext cx="4069387" cy="2699484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0242" y="1752655"/>
            <a:ext cx="2907192" cy="2699486"/>
          </a:xfrm>
        </p:spPr>
        <p:txBody>
          <a:bodyPr anchor="ctr"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10/31/25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12876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panoramiqu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446471"/>
            <a:ext cx="7828359" cy="240873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0" y="4447216"/>
            <a:ext cx="1202248" cy="108203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3425991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7939371" y="3425991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242" y="3533713"/>
            <a:ext cx="7210394" cy="339788"/>
          </a:xfrm>
        </p:spPr>
        <p:txBody>
          <a:bodyPr anchor="b">
            <a:normAutofit/>
          </a:bodyPr>
          <a:lstStyle>
            <a:lvl1pPr>
              <a:defRPr sz="18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0242" y="457198"/>
            <a:ext cx="7210394" cy="2692181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0239" y="3877188"/>
            <a:ext cx="7210397" cy="46722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10/31/25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47092" y="3533482"/>
            <a:ext cx="865613" cy="818092"/>
          </a:xfrm>
        </p:spPr>
        <p:txBody>
          <a:bodyPr/>
          <a:lstStyle/>
          <a:p>
            <a:fld id="{C5EF2332-01BF-834F-8236-50238282D533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40971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446471"/>
            <a:ext cx="7828359" cy="240873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0" y="4447216"/>
            <a:ext cx="1202248" cy="108203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3425991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7939371" y="3425991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241" y="457197"/>
            <a:ext cx="7210394" cy="2694563"/>
          </a:xfrm>
        </p:spPr>
        <p:txBody>
          <a:bodyPr anchor="ctr"/>
          <a:lstStyle>
            <a:lvl1pPr>
              <a:defRPr sz="24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0242" y="3533712"/>
            <a:ext cx="7210394" cy="818092"/>
          </a:xfrm>
        </p:spPr>
        <p:txBody>
          <a:bodyPr anchor="ctr"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10/31/25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47092" y="3533712"/>
            <a:ext cx="865613" cy="818092"/>
          </a:xfrm>
        </p:spPr>
        <p:txBody>
          <a:bodyPr/>
          <a:lstStyle/>
          <a:p>
            <a:fld id="{C5EF2332-01BF-834F-8236-50238282D533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3096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446471"/>
            <a:ext cx="7828359" cy="240873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0" y="4447216"/>
            <a:ext cx="1202248" cy="108203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0" y="3425991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7939371" y="3425991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5892" y="457199"/>
            <a:ext cx="6539158" cy="2277046"/>
          </a:xfrm>
        </p:spPr>
        <p:txBody>
          <a:bodyPr anchor="ctr"/>
          <a:lstStyle>
            <a:lvl1pPr>
              <a:defRPr sz="24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051717" y="2740034"/>
            <a:ext cx="6117434" cy="411726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0242" y="3533712"/>
            <a:ext cx="7210394" cy="818092"/>
          </a:xfrm>
        </p:spPr>
        <p:txBody>
          <a:bodyPr anchor="ctr">
            <a:normAutofit/>
          </a:bodyPr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10/31/25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47092" y="3532444"/>
            <a:ext cx="865613" cy="818092"/>
          </a:xfrm>
        </p:spPr>
        <p:txBody>
          <a:bodyPr/>
          <a:lstStyle/>
          <a:p>
            <a:fld id="{C5EF2332-01BF-834F-8236-50238282D533}" type="slidenum">
              <a:rPr lang="en-US" smtClean="0"/>
              <a:t>‹N°›</a:t>
            </a:fld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437679" y="561087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54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47107" y="2275143"/>
            <a:ext cx="457200" cy="438582"/>
          </a:xfrm>
          <a:prstGeom prst="rect">
            <a:avLst/>
          </a:prstGeom>
        </p:spPr>
        <p:txBody>
          <a:bodyPr vert="horz" lIns="68580" tIns="34290" rIns="68580" bIns="3429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54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1644873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446471"/>
            <a:ext cx="7828359" cy="240873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0" y="4447216"/>
            <a:ext cx="1202248" cy="108203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0" y="3425991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7939371" y="3425991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239" y="3533712"/>
            <a:ext cx="7210397" cy="441401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0240" y="3975112"/>
            <a:ext cx="7210397" cy="376691"/>
          </a:xfrm>
        </p:spPr>
        <p:txBody>
          <a:bodyPr anchor="t"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10/31/25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47092" y="3532444"/>
            <a:ext cx="865613" cy="818092"/>
          </a:xfrm>
        </p:spPr>
        <p:txBody>
          <a:bodyPr/>
          <a:lstStyle/>
          <a:p>
            <a:fld id="{C5EF2332-01BF-834F-8236-50238282D533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31861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477680"/>
            <a:ext cx="7828359" cy="240873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0" y="1478425"/>
            <a:ext cx="1202248" cy="108203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0" y="457200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7939371" y="457200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501916" y="564921"/>
            <a:ext cx="7218720" cy="810704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495709" y="1752655"/>
            <a:ext cx="2302526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510241" y="2267005"/>
            <a:ext cx="2287277" cy="2185135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67019" y="1752655"/>
            <a:ext cx="2297430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59103" y="2267005"/>
            <a:ext cx="2297430" cy="2185135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418117" y="1752655"/>
            <a:ext cx="2302519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418117" y="2267005"/>
            <a:ext cx="2302519" cy="2185135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10/31/25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329517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 colonnes d’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477680"/>
            <a:ext cx="7828359" cy="240873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0" y="1478425"/>
            <a:ext cx="1202248" cy="108203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457200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7939371" y="457200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510241" y="564921"/>
            <a:ext cx="7210395" cy="810704"/>
          </a:xfrm>
        </p:spPr>
        <p:txBody>
          <a:bodyPr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510239" y="3223127"/>
            <a:ext cx="2287279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510239" y="1752655"/>
            <a:ext cx="2287279" cy="1143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510239" y="3655324"/>
            <a:ext cx="2287279" cy="796817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59103" y="3223127"/>
            <a:ext cx="2297430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59103" y="1752655"/>
            <a:ext cx="2297430" cy="1143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58088" y="3655323"/>
            <a:ext cx="2300473" cy="796817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423009" y="3223127"/>
            <a:ext cx="2297629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423008" y="1752655"/>
            <a:ext cx="2297629" cy="1143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900" indent="0">
              <a:buNone/>
              <a:defRPr sz="1200"/>
            </a:lvl2pPr>
            <a:lvl3pPr marL="685800" indent="0">
              <a:buNone/>
              <a:defRPr sz="1200"/>
            </a:lvl3pPr>
            <a:lvl4pPr marL="1028700" indent="0">
              <a:buNone/>
              <a:defRPr sz="1200"/>
            </a:lvl4pPr>
            <a:lvl5pPr marL="1371600" indent="0">
              <a:buNone/>
              <a:defRPr sz="1200"/>
            </a:lvl5pPr>
            <a:lvl6pPr marL="1714500" indent="0">
              <a:buNone/>
              <a:defRPr sz="1200"/>
            </a:lvl6pPr>
            <a:lvl7pPr marL="2057400" indent="0">
              <a:buNone/>
              <a:defRPr sz="1200"/>
            </a:lvl7pPr>
            <a:lvl8pPr marL="2400300" indent="0">
              <a:buNone/>
              <a:defRPr sz="1200"/>
            </a:lvl8pPr>
            <a:lvl9pPr marL="2743200" indent="0">
              <a:buNone/>
              <a:defRPr sz="1200"/>
            </a:lvl9pPr>
          </a:lstStyle>
          <a:p>
            <a:r>
              <a:rPr lang="fr-FR"/>
              <a:t>Cliquez sur l'icône pour ajouter une image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422915" y="3655321"/>
            <a:ext cx="2300672" cy="796817"/>
          </a:xfrm>
        </p:spPr>
        <p:txBody>
          <a:bodyPr anchor="t">
            <a:normAutofit/>
          </a:bodyPr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10/31/25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29812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477680"/>
            <a:ext cx="7828359" cy="240873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70" y="1478425"/>
            <a:ext cx="1202248" cy="108203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457200"/>
            <a:ext cx="7828359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7939371" y="457200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10/31/25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609362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6087155" y="1402046"/>
            <a:ext cx="3830241" cy="10261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7401152" y="4029302"/>
            <a:ext cx="1202248" cy="10261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596923" y="457198"/>
            <a:ext cx="805352" cy="3265320"/>
          </a:xfrm>
        </p:spPr>
        <p:txBody>
          <a:bodyPr vert="eaVert"/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0241" y="457198"/>
            <a:ext cx="6652503" cy="3994942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105344" y="4452141"/>
            <a:ext cx="2057400" cy="273844"/>
          </a:xfrm>
        </p:spPr>
        <p:txBody>
          <a:bodyPr/>
          <a:lstStyle/>
          <a:p>
            <a:fld id="{241EB5C9-1307-BA42-ABA2-0BC069CD8E7F}" type="datetimeFigureOut">
              <a:rPr lang="en-US" smtClean="0"/>
              <a:t>10/31/25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10241" y="4452141"/>
            <a:ext cx="4595104" cy="273844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573163" y="4048975"/>
            <a:ext cx="865613" cy="818092"/>
          </a:xfrm>
        </p:spPr>
        <p:txBody>
          <a:bodyPr anchor="t"/>
          <a:lstStyle>
            <a:lvl1pPr algn="ctr">
              <a:defRPr/>
            </a:lvl1pPr>
          </a:lstStyle>
          <a:p>
            <a:fld id="{C5EF2332-01BF-834F-8236-50238282D533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84318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0241" y="564921"/>
            <a:ext cx="7210396" cy="81070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0241" y="1752655"/>
            <a:ext cx="7210396" cy="26994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663236" y="4452141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10/31/25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0241" y="4452141"/>
            <a:ext cx="5152995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8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47092" y="564921"/>
            <a:ext cx="865613" cy="81809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414063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  <p:sldLayoutId id="2147483732" r:id="rId12"/>
    <p:sldLayoutId id="2147483733" r:id="rId13"/>
    <p:sldLayoutId id="2147483734" r:id="rId14"/>
    <p:sldLayoutId id="2147483735" r:id="rId15"/>
    <p:sldLayoutId id="2147483736" r:id="rId16"/>
    <p:sldLayoutId id="2147483737" r:id="rId17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27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4.xml"/><Relationship Id="rId3" Type="http://schemas.openxmlformats.org/officeDocument/2006/relationships/image" Target="../media/image2.png"/><Relationship Id="rId7" Type="http://schemas.openxmlformats.org/officeDocument/2006/relationships/diagramQuickStyle" Target="../diagrams/quickStyle4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Layout" Target="../diagrams/layout4.xml"/><Relationship Id="rId5" Type="http://schemas.openxmlformats.org/officeDocument/2006/relationships/diagramData" Target="../diagrams/data4.xml"/><Relationship Id="rId4" Type="http://schemas.openxmlformats.org/officeDocument/2006/relationships/image" Target="../media/image3.png"/><Relationship Id="rId9" Type="http://schemas.microsoft.com/office/2007/relationships/diagramDrawing" Target="../diagrams/drawing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3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6.png"/><Relationship Id="rId5" Type="http://schemas.openxmlformats.org/officeDocument/2006/relationships/image" Target="../media/image14.png"/><Relationship Id="rId4" Type="http://schemas.openxmlformats.org/officeDocument/2006/relationships/image" Target="../media/image3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3.png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87C031CB-DEB3-405F-9996-5322C24A6A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10">
            <a:extLst>
              <a:ext uri="{FF2B5EF4-FFF2-40B4-BE49-F238E27FC236}">
                <a16:creationId xmlns:a16="http://schemas.microsoft.com/office/drawing/2014/main" id="{92031F0E-C3FA-4DAF-BD13-4AC665CFF0F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20" name="Picture 12">
            <a:extLst>
              <a:ext uri="{FF2B5EF4-FFF2-40B4-BE49-F238E27FC236}">
                <a16:creationId xmlns:a16="http://schemas.microsoft.com/office/drawing/2014/main" id="{BE685C68-BF28-4330-A4FE-33ABD88511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012221"/>
            <a:ext cx="8644465" cy="206957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273350E1-40B5-47D9-8DDD-3C2A17B4B6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0" y="0"/>
            <a:ext cx="8644466" cy="403462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47334" y="567003"/>
            <a:ext cx="4405860" cy="931321"/>
          </a:xfrm>
        </p:spPr>
        <p:txBody>
          <a:bodyPr anchor="b">
            <a:normAutofit/>
          </a:bodyPr>
          <a:lstStyle/>
          <a:p>
            <a:pPr marL="0" lvl="0" indent="0">
              <a:buNone/>
            </a:pPr>
            <a:r>
              <a:rPr lang="fr-FR">
                <a:solidFill>
                  <a:schemeClr val="accent1"/>
                </a:solidFill>
              </a:rPr>
              <a:t>Projet 4 - Data Scientist</a:t>
            </a:r>
            <a:br>
              <a:rPr lang="fr-FR">
                <a:solidFill>
                  <a:schemeClr val="accent1"/>
                </a:solidFill>
              </a:rPr>
            </a:br>
            <a:br>
              <a:rPr lang="fr-FR">
                <a:solidFill>
                  <a:schemeClr val="accent1"/>
                </a:solidFill>
              </a:rPr>
            </a:br>
            <a:r>
              <a:rPr lang="fr-FR">
                <a:solidFill>
                  <a:schemeClr val="accent1"/>
                </a:solidFill>
              </a:rPr>
              <a:t>Jean-Baptiste Vayssade</a:t>
            </a: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7334" y="1498323"/>
            <a:ext cx="4404669" cy="2022477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fr-FR" sz="4500">
                <a:solidFill>
                  <a:srgbClr val="FFFFFF"/>
                </a:solidFill>
              </a:rPr>
              <a:t>Implémentez un modèle de scoring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A1500D0A-0DCA-4E06-8B25-618E6299CC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69" y="3515128"/>
            <a:ext cx="1202248" cy="108203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108AC4DC-69B5-4DD1-84BC-850C5A2861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39370" y="2275551"/>
            <a:ext cx="1202248" cy="12452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587065" y="4452140"/>
            <a:ext cx="2057400" cy="273844"/>
          </a:xfrm>
        </p:spPr>
        <p:txBody>
          <a:bodyPr>
            <a:normAutofit/>
          </a:bodyPr>
          <a:lstStyle/>
          <a:p>
            <a:pPr marL="0" lvl="0" indent="0">
              <a:spcAft>
                <a:spcPts val="600"/>
              </a:spcAft>
              <a:buNone/>
            </a:pPr>
            <a:r>
              <a:rPr lang="fr-FR"/>
              <a:t>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Introduction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Modèle de scoring crédit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 dirty="0"/>
              <a:t>Prêt à </a:t>
            </a:r>
            <a:r>
              <a:rPr b="1" dirty="0" err="1"/>
              <a:t>dépenser</a:t>
            </a:r>
            <a:endParaRPr b="1" dirty="0"/>
          </a:p>
          <a:p>
            <a:pPr lvl="0"/>
            <a:r>
              <a:rPr dirty="0" err="1"/>
              <a:t>Projet</a:t>
            </a:r>
            <a:r>
              <a:rPr dirty="0"/>
              <a:t> </a:t>
            </a:r>
            <a:r>
              <a:rPr lang="fr-FR" dirty="0"/>
              <a:t>4</a:t>
            </a:r>
            <a:r>
              <a:rPr dirty="0"/>
              <a:t> </a:t>
            </a:r>
            <a:r>
              <a:rPr dirty="0" err="1"/>
              <a:t>Parcours</a:t>
            </a:r>
            <a:r>
              <a:rPr dirty="0"/>
              <a:t> Data Scientist</a:t>
            </a:r>
          </a:p>
          <a:p>
            <a:pPr lvl="0"/>
            <a:r>
              <a:rPr dirty="0"/>
              <a:t>Python | </a:t>
            </a:r>
            <a:r>
              <a:rPr dirty="0" err="1"/>
              <a:t>Jupyter</a:t>
            </a:r>
            <a:r>
              <a:rPr dirty="0"/>
              <a:t> Notebook | Machine Learning</a:t>
            </a:r>
          </a:p>
          <a:p>
            <a:pPr lvl="0"/>
            <a:r>
              <a:rPr dirty="0"/>
              <a:t>Scikit-learn, SHAP, Pandas, NumPy</a:t>
            </a:r>
          </a:p>
          <a:p>
            <a:pPr lvl="0"/>
            <a:r>
              <a:rPr dirty="0" err="1"/>
              <a:t>OpenClassrooms</a:t>
            </a:r>
            <a:r>
              <a:rPr dirty="0"/>
              <a:t> - </a:t>
            </a:r>
            <a:r>
              <a:rPr dirty="0" err="1"/>
              <a:t>CentraleSupélec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Plan de la présentation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Sommaire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0" indent="-342900">
              <a:buAutoNum type="arabicPeriod"/>
            </a:pPr>
            <a:r>
              <a:t>Contexte et problématique métier</a:t>
            </a:r>
          </a:p>
          <a:p>
            <a:pPr marL="342900" lvl="0" indent="-342900">
              <a:buAutoNum type="arabicPeriod"/>
            </a:pPr>
            <a:r>
              <a:t>Présentation et exploration des données</a:t>
            </a:r>
          </a:p>
          <a:p>
            <a:pPr marL="342900" lvl="0" indent="-342900">
              <a:buAutoNum type="arabicPeriod"/>
            </a:pPr>
            <a:r>
              <a:t>Préparation des données et feature engineering</a:t>
            </a:r>
          </a:p>
          <a:p>
            <a:pPr marL="342900" lvl="0" indent="-342900">
              <a:buAutoNum type="arabicPeriod"/>
            </a:pPr>
            <a:r>
              <a:t>Modélisation et score métier</a:t>
            </a:r>
          </a:p>
          <a:p>
            <a:pPr marL="342900" lvl="0" indent="-342900">
              <a:buAutoNum type="arabicPeriod"/>
            </a:pPr>
            <a:r>
              <a:t>Comparaison des modèles et résultats</a:t>
            </a:r>
          </a:p>
          <a:p>
            <a:pPr marL="342900" lvl="0" indent="-342900">
              <a:buAutoNum type="arabicPeriod"/>
            </a:pPr>
            <a:r>
              <a:t>Interprétabilité du modèle</a:t>
            </a:r>
          </a:p>
          <a:p>
            <a:pPr marL="342900" lvl="0" indent="-342900">
              <a:buAutoNum type="arabicPeriod"/>
            </a:pPr>
            <a:r>
              <a:t>Conclusion et perspectives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1. Contexte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240" y="564921"/>
            <a:ext cx="7210396" cy="810703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t>Contexte et problématique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7493B25-6D07-CC79-2846-3C83C08CFB6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28217304"/>
              </p:ext>
            </p:extLst>
          </p:nvPr>
        </p:nvGraphicFramePr>
        <p:xfrm>
          <a:off x="510777" y="1752600"/>
          <a:ext cx="8122981" cy="26991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240" y="564921"/>
            <a:ext cx="7210396" cy="810703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t>Enjeux métier spécifiques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F301BD5-1250-69F7-A232-9A8FA6B4ACC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13192623"/>
              </p:ext>
            </p:extLst>
          </p:nvPr>
        </p:nvGraphicFramePr>
        <p:xfrm>
          <a:off x="510777" y="1752600"/>
          <a:ext cx="8122981" cy="26991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E96B890-48CC-3B6B-5B17-6BA201A369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F4C0826-2676-39DF-F49D-AA5A911AF33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194982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2. Données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240" y="564921"/>
            <a:ext cx="7210396" cy="810703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t>Source des données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A3BD314-985E-DC82-1E62-98D547F3BE5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69523025"/>
              </p:ext>
            </p:extLst>
          </p:nvPr>
        </p:nvGraphicFramePr>
        <p:xfrm>
          <a:off x="510777" y="1752600"/>
          <a:ext cx="8122981" cy="26991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CCD89DF-A084-43AD-9824-83BBBFC81E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618" cy="51435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42DB508-57AC-4491-A95B-0A00DE2608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11767E27-DCFE-4AA0-B1A2-E019108D7A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0" y="457200"/>
            <a:ext cx="7828359" cy="1026148"/>
          </a:xfrm>
          <a:prstGeom prst="rect">
            <a:avLst/>
          </a:prstGeom>
          <a:solidFill>
            <a:schemeClr val="bg1">
              <a:lumMod val="95000"/>
              <a:lumOff val="5000"/>
              <a:alpha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240" y="564921"/>
            <a:ext cx="7210396" cy="810703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t>Distribution de la cible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1C61BEF9-DC90-4AC9-8E25-ED5509D7A1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39370" y="457200"/>
            <a:ext cx="1202248" cy="102614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64306F4-D304-4F4E-9B08-A8036AF821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0" y="1587500"/>
            <a:ext cx="7829550" cy="2844904"/>
          </a:xfrm>
          <a:prstGeom prst="rect">
            <a:avLst/>
          </a:prstGeom>
          <a:solidFill>
            <a:schemeClr val="bg1">
              <a:lumMod val="95000"/>
              <a:lumOff val="5000"/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8FACC571-ABDB-4C1F-8A8B-53E362E113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77680"/>
            <a:ext cx="7828359" cy="240873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F486E5BD-1557-41D9-A119-D5F62647AB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69" y="1478425"/>
            <a:ext cx="1202248" cy="108203"/>
          </a:xfrm>
          <a:prstGeom prst="rect">
            <a:avLst/>
          </a:prstGeom>
        </p:spPr>
      </p:pic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3B913BA-23DC-A8F2-286D-931F78EB797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62811085"/>
              </p:ext>
            </p:extLst>
          </p:nvPr>
        </p:nvGraphicFramePr>
        <p:xfrm>
          <a:off x="510778" y="1820608"/>
          <a:ext cx="7075090" cy="237049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240" y="564921"/>
            <a:ext cx="7210396" cy="810703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t>Variables les plus corrélées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2D489A9-165A-913C-D6AD-836225B3A0B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743815534"/>
              </p:ext>
            </p:extLst>
          </p:nvPr>
        </p:nvGraphicFramePr>
        <p:xfrm>
          <a:off x="510777" y="1752600"/>
          <a:ext cx="8122981" cy="26991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240" y="564921"/>
            <a:ext cx="7210396" cy="810703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t>Analyse par âge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57D057B-2DC7-604C-D615-541173B6090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82772601"/>
              </p:ext>
            </p:extLst>
          </p:nvPr>
        </p:nvGraphicFramePr>
        <p:xfrm>
          <a:off x="510777" y="1752600"/>
          <a:ext cx="8122981" cy="26991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240" y="564921"/>
            <a:ext cx="7210396" cy="810703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t>Anomalies détectées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648BAD3-9989-4479-1398-F954023DED4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85510024"/>
              </p:ext>
            </p:extLst>
          </p:nvPr>
        </p:nvGraphicFramePr>
        <p:xfrm>
          <a:off x="510777" y="1752600"/>
          <a:ext cx="8122981" cy="26991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3. Préparation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240" y="564921"/>
            <a:ext cx="7210396" cy="810703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t>Gestion des valeurs manquantes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89C8C83-48AE-FC5A-5EC2-A855A1088FB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47647527"/>
              </p:ext>
            </p:extLst>
          </p:nvPr>
        </p:nvGraphicFramePr>
        <p:xfrm>
          <a:off x="510777" y="1752600"/>
          <a:ext cx="8122981" cy="26991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240" y="564921"/>
            <a:ext cx="7210396" cy="810703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fr-FR"/>
              <a:t>Feature Engineering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CA02A39-50A5-922A-60B7-123272A26A2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98702725"/>
              </p:ext>
            </p:extLst>
          </p:nvPr>
        </p:nvGraphicFramePr>
        <p:xfrm>
          <a:off x="510777" y="1752600"/>
          <a:ext cx="8122981" cy="26991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8">
            <a:extLst>
              <a:ext uri="{FF2B5EF4-FFF2-40B4-BE49-F238E27FC236}">
                <a16:creationId xmlns:a16="http://schemas.microsoft.com/office/drawing/2014/main" id="{5B988D63-FA8B-436C-902E-E5005BC049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2382" y="0"/>
            <a:ext cx="9144000" cy="5143500"/>
            <a:chOff x="-3176" y="0"/>
            <a:chExt cx="12192000" cy="6858001"/>
          </a:xfrm>
        </p:grpSpPr>
        <p:sp useBgFill="1">
          <p:nvSpPr>
            <p:cNvPr id="20" name="Rectangle 19">
              <a:extLst>
                <a:ext uri="{FF2B5EF4-FFF2-40B4-BE49-F238E27FC236}">
                  <a16:creationId xmlns:a16="http://schemas.microsoft.com/office/drawing/2014/main" id="{2FD177FB-983E-4035-8B7A-655342A7E1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88824" cy="6858001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1" name="Picture 10">
              <a:extLst>
                <a:ext uri="{FF2B5EF4-FFF2-40B4-BE49-F238E27FC236}">
                  <a16:creationId xmlns:a16="http://schemas.microsoft.com/office/drawing/2014/main" id="{9596D9C3-C0FC-4500-A696-55B9F77BB7A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PicPr>
              <a:picLocks noChangeAspect="1"/>
            </p:cNvPic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PicPr>
          <p:blipFill>
            <a:blip r:embed="rId2">
              <a:alphaModFix amt="1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-3176" y="0"/>
              <a:ext cx="12192000" cy="6858000"/>
            </a:xfrm>
            <a:prstGeom prst="rect">
              <a:avLst/>
            </a:prstGeom>
          </p:spPr>
        </p:pic>
      </p:grpSp>
      <p:pic>
        <p:nvPicPr>
          <p:cNvPr id="22" name="Picture 4" descr="Script informatique sur un écran">
            <a:extLst>
              <a:ext uri="{FF2B5EF4-FFF2-40B4-BE49-F238E27FC236}">
                <a16:creationId xmlns:a16="http://schemas.microsoft.com/office/drawing/2014/main" id="{7EB40C34-6181-E25D-04A5-61FAD21A43A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522" r="47294" b="-1"/>
          <a:stretch>
            <a:fillRect/>
          </a:stretch>
        </p:blipFill>
        <p:spPr>
          <a:xfrm>
            <a:off x="5660857" y="10"/>
            <a:ext cx="3480760" cy="5142230"/>
          </a:xfrm>
          <a:prstGeom prst="rect">
            <a:avLst/>
          </a:prstGeom>
          <a:ln>
            <a:noFill/>
          </a:ln>
          <a:effectLst/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C493E730-2044-49B5-A022-B8D6F35934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1" y="457200"/>
            <a:ext cx="5975286" cy="102614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240" y="564921"/>
            <a:ext cx="5315664" cy="810703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t>Preprocessing</a:t>
            </a:r>
          </a:p>
        </p:txBody>
      </p:sp>
      <p:pic>
        <p:nvPicPr>
          <p:cNvPr id="24" name="Picture 14">
            <a:extLst>
              <a:ext uri="{FF2B5EF4-FFF2-40B4-BE49-F238E27FC236}">
                <a16:creationId xmlns:a16="http://schemas.microsoft.com/office/drawing/2014/main" id="{78976801-4346-4636-BA62-265C81DFE7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477680"/>
            <a:ext cx="5975286" cy="240873"/>
          </a:xfrm>
          <a:prstGeom prst="rect">
            <a:avLst/>
          </a:prstGeom>
        </p:spPr>
      </p:pic>
      <p:sp>
        <p:nvSpPr>
          <p:cNvPr id="25" name="Content Placeholder 2"/>
          <p:cNvSpPr>
            <a:spLocks noGrp="1"/>
          </p:cNvSpPr>
          <p:nvPr>
            <p:ph idx="1"/>
          </p:nvPr>
        </p:nvSpPr>
        <p:spPr>
          <a:xfrm>
            <a:off x="510240" y="1752654"/>
            <a:ext cx="4817409" cy="2699487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sz="1500" b="1"/>
              <a:t>Encodage</a:t>
            </a:r>
          </a:p>
          <a:p>
            <a:pPr marL="342900" lvl="0" indent="-342900">
              <a:buAutoNum type="arabicPeriod"/>
            </a:pPr>
            <a:r>
              <a:rPr sz="1500" b="1"/>
              <a:t>Label Encoding</a:t>
            </a:r>
            <a:r>
              <a:rPr sz="1500"/>
              <a:t> : variables binaires (3 cols)</a:t>
            </a:r>
          </a:p>
          <a:p>
            <a:pPr marL="342900" lvl="0" indent="-342900">
              <a:buAutoNum type="arabicPeriod"/>
            </a:pPr>
            <a:r>
              <a:rPr sz="1500" b="1"/>
              <a:t>One-Hot Encoding</a:t>
            </a:r>
            <a:r>
              <a:rPr sz="1500"/>
              <a:t> : catégorielles multi-classes</a:t>
            </a:r>
          </a:p>
          <a:p>
            <a:pPr lvl="1"/>
            <a:r>
              <a:t>NAME_INCOME_TYPE → 8 variables</a:t>
            </a:r>
          </a:p>
          <a:p>
            <a:pPr lvl="1"/>
            <a:r>
              <a:t>NAME_EDUCATION_TYPE → 5 variables</a:t>
            </a:r>
          </a:p>
          <a:p>
            <a:pPr lvl="1"/>
            <a:r>
              <a:t>OCCUPATION_TYPE → 18 variables</a:t>
            </a:r>
          </a:p>
          <a:p>
            <a:pPr marL="0" lvl="0" indent="0">
              <a:buNone/>
            </a:pPr>
            <a:r>
              <a:rPr sz="1500" b="1"/>
              <a:t>Transformation</a:t>
            </a:r>
          </a:p>
          <a:p>
            <a:pPr lvl="0"/>
            <a:r>
              <a:rPr sz="1500"/>
              <a:t>Log transformation sur AMT_INCOME_TOTAL</a:t>
            </a:r>
          </a:p>
          <a:p>
            <a:pPr lvl="0"/>
            <a:r>
              <a:rPr sz="1500"/>
              <a:t>Normalisation/Standardisation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EC45AD9C-F21B-4046-AF68-07A2469479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618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85F5BD6E-AB48-4A2D-AA03-D787D54FA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221115A-B66A-4D35-9D9F-97A91D887F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72778"/>
            <a:ext cx="7828359" cy="240873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ABC72B1C-D4EE-45CF-A99C-0AD017C416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0" y="457200"/>
            <a:ext cx="7828359" cy="1026148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240" y="564921"/>
            <a:ext cx="7210396" cy="810703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fr-FR">
                <a:solidFill>
                  <a:srgbClr val="FFFFFF"/>
                </a:solidFill>
              </a:rPr>
              <a:t>Gestion du déséquilibre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38AB44AF-E52F-46C5-8C2C-8487AC8B1B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9369" y="1478425"/>
            <a:ext cx="1202248" cy="108203"/>
          </a:xfrm>
          <a:prstGeom prst="rect">
            <a:avLst/>
          </a:prstGeom>
        </p:spPr>
      </p:pic>
      <p:sp>
        <p:nvSpPr>
          <p:cNvPr id="18" name="Rectangle 17">
            <a:extLst>
              <a:ext uri="{FF2B5EF4-FFF2-40B4-BE49-F238E27FC236}">
                <a16:creationId xmlns:a16="http://schemas.microsoft.com/office/drawing/2014/main" id="{A5B2FDF3-1FF8-4FBF-842A-4EA5719F34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41752" y="457200"/>
            <a:ext cx="1202248" cy="102614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6389DEC8-49B8-4778-BB47-FF48E8C5B6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414285"/>
            <a:ext cx="7828359" cy="240873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DF550B33-5759-49FD-90FC-11EA4ED581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0" y="1587500"/>
            <a:ext cx="7829550" cy="2844904"/>
          </a:xfrm>
          <a:prstGeom prst="rect">
            <a:avLst/>
          </a:prstGeom>
          <a:solidFill>
            <a:srgbClr val="0D0D0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25" name="Content Placeholder 2"/>
          <p:cNvSpPr>
            <a:spLocks noGrp="1"/>
          </p:cNvSpPr>
          <p:nvPr>
            <p:ph idx="1"/>
          </p:nvPr>
        </p:nvSpPr>
        <p:spPr>
          <a:xfrm>
            <a:off x="510241" y="1828373"/>
            <a:ext cx="6835517" cy="2362731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sz="1400" b="1">
                <a:solidFill>
                  <a:srgbClr val="FFFFFF"/>
                </a:solidFill>
              </a:rPr>
              <a:t>Solutions testées</a:t>
            </a:r>
          </a:p>
          <a:p>
            <a:pPr marL="342900" lvl="0" indent="-342900">
              <a:buAutoNum type="arabicPeriod"/>
            </a:pPr>
            <a:r>
              <a:rPr sz="1400" b="1">
                <a:solidFill>
                  <a:srgbClr val="FFFFFF"/>
                </a:solidFill>
              </a:rPr>
              <a:t>SMOTE</a:t>
            </a:r>
            <a:r>
              <a:rPr sz="1400">
                <a:solidFill>
                  <a:srgbClr val="FFFFFF"/>
                </a:solidFill>
              </a:rPr>
              <a:t> : Over-sampling classe minoritaire</a:t>
            </a:r>
          </a:p>
          <a:p>
            <a:pPr marL="342900" lvl="0" indent="-342900">
              <a:buAutoNum type="arabicPeriod"/>
            </a:pPr>
            <a:r>
              <a:rPr sz="1400" b="1">
                <a:solidFill>
                  <a:srgbClr val="FFFFFF"/>
                </a:solidFill>
              </a:rPr>
              <a:t>Sous-échantillonnage</a:t>
            </a:r>
            <a:r>
              <a:rPr sz="1400">
                <a:solidFill>
                  <a:srgbClr val="FFFFFF"/>
                </a:solidFill>
              </a:rPr>
              <a:t> : Réduction classe majoritaire</a:t>
            </a:r>
          </a:p>
          <a:p>
            <a:pPr marL="342900" lvl="0" indent="-342900">
              <a:buAutoNum type="arabicPeriod"/>
            </a:pPr>
            <a:r>
              <a:rPr sz="1400" b="1">
                <a:solidFill>
                  <a:srgbClr val="FFFFFF"/>
                </a:solidFill>
              </a:rPr>
              <a:t>Pondération</a:t>
            </a:r>
            <a:r>
              <a:rPr sz="1400">
                <a:solidFill>
                  <a:srgbClr val="FFFFFF"/>
                </a:solidFill>
              </a:rPr>
              <a:t> : class_weight=‘balanced’</a:t>
            </a:r>
          </a:p>
          <a:p>
            <a:pPr marL="0" lvl="0" indent="0">
              <a:buNone/>
            </a:pPr>
            <a:r>
              <a:rPr sz="1400" b="1">
                <a:solidFill>
                  <a:srgbClr val="FFFFFF"/>
                </a:solidFill>
              </a:rPr>
              <a:t>Approche retenue (combinée)</a:t>
            </a:r>
          </a:p>
          <a:p>
            <a:pPr lvl="0"/>
            <a:r>
              <a:rPr sz="1400">
                <a:solidFill>
                  <a:srgbClr val="FFFFFF"/>
                </a:solidFill>
              </a:rPr>
              <a:t>Sur-échantillonnage modéré (50-100%)</a:t>
            </a:r>
          </a:p>
          <a:p>
            <a:pPr lvl="0"/>
            <a:r>
              <a:rPr sz="1400">
                <a:solidFill>
                  <a:srgbClr val="FFFFFF"/>
                </a:solidFill>
              </a:rPr>
              <a:t>Sous-échantillonnage modéré (0-50%)</a:t>
            </a:r>
          </a:p>
          <a:p>
            <a:pPr lvl="0"/>
            <a:r>
              <a:rPr sz="1400">
                <a:solidFill>
                  <a:srgbClr val="FFFFFF"/>
                </a:solidFill>
              </a:rPr>
              <a:t>Pondération pour équilibrer le reste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4. Modélisation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Score métier personnalisé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00730379"/>
              </p:ext>
            </p:extLst>
          </p:nvPr>
        </p:nvGraphicFramePr>
        <p:xfrm>
          <a:off x="2019300" y="2571750"/>
          <a:ext cx="5105400" cy="8915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01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01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Prédit :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Prédit : 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Réel :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TN : +1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FP : -1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Réel :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FN : </a:t>
                      </a:r>
                      <a:r>
                        <a:rPr b="1"/>
                        <a:t>-10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dirty="0"/>
                        <a:t>TP : +2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Matrice de coûts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Formule</a:t>
            </a:r>
          </a:p>
          <a:p>
            <a:pPr lvl="0" indent="0">
              <a:buNone/>
            </a:pPr>
            <a:r>
              <a:rPr>
                <a:latin typeface="Courier"/>
              </a:rPr>
              <a:t>Score = (1 × TN) + (2 × TP) + (-1 × FP) + (-10 × FN)</a:t>
            </a:r>
          </a:p>
          <a:p>
            <a:pPr marL="0" lvl="0" indent="0">
              <a:buNone/>
            </a:pPr>
            <a:r>
              <a:rPr b="1"/>
              <a:t>Normalisation</a:t>
            </a:r>
            <a:r>
              <a:t> : [0, 1]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Modèles testés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lvl="0" indent="0">
              <a:buNone/>
            </a:pPr>
            <a:r>
              <a:rPr sz="1400" b="1" dirty="0"/>
              <a:t>Baseline</a:t>
            </a:r>
          </a:p>
          <a:p>
            <a:pPr lvl="0"/>
            <a:r>
              <a:rPr sz="1400" dirty="0" err="1"/>
              <a:t>Régression</a:t>
            </a:r>
            <a:r>
              <a:rPr sz="1400" dirty="0"/>
              <a:t> </a:t>
            </a:r>
            <a:r>
              <a:rPr sz="1400" dirty="0" err="1"/>
              <a:t>Logistique</a:t>
            </a:r>
            <a:endParaRPr sz="1400" dirty="0"/>
          </a:p>
          <a:p>
            <a:pPr lvl="0"/>
            <a:r>
              <a:rPr sz="1400" dirty="0"/>
              <a:t>AUC : ~0.72</a:t>
            </a:r>
          </a:p>
          <a:p>
            <a:pPr marL="0" lvl="0" indent="0">
              <a:buNone/>
            </a:pPr>
            <a:r>
              <a:rPr sz="1400" b="1" dirty="0" err="1"/>
              <a:t>Modèles</a:t>
            </a:r>
            <a:r>
              <a:rPr sz="1400" b="1" dirty="0"/>
              <a:t> </a:t>
            </a:r>
            <a:r>
              <a:rPr sz="1400" b="1" dirty="0" err="1"/>
              <a:t>avancés</a:t>
            </a:r>
            <a:endParaRPr sz="1400" b="1" dirty="0"/>
          </a:p>
          <a:p>
            <a:pPr marL="342900" lvl="0" indent="-342900">
              <a:buAutoNum type="arabicPeriod"/>
            </a:pPr>
            <a:r>
              <a:rPr sz="1400" b="1" dirty="0"/>
              <a:t>Random Forest Classifier</a:t>
            </a:r>
          </a:p>
          <a:p>
            <a:pPr marL="342900" lvl="0" indent="-342900">
              <a:buAutoNum type="arabicPeriod"/>
            </a:pPr>
            <a:r>
              <a:rPr sz="1400" b="1" dirty="0" err="1"/>
              <a:t>LightGBM</a:t>
            </a:r>
            <a:r>
              <a:rPr sz="1400" b="1" dirty="0"/>
              <a:t> Classifier</a:t>
            </a:r>
            <a:r>
              <a:rPr sz="1400" dirty="0"/>
              <a:t> ✓</a:t>
            </a:r>
          </a:p>
          <a:p>
            <a:pPr marL="342900" lvl="0" indent="-342900">
              <a:buAutoNum type="arabicPeriod"/>
            </a:pPr>
            <a:r>
              <a:rPr sz="1400" dirty="0" err="1"/>
              <a:t>XGBoost</a:t>
            </a:r>
            <a:r>
              <a:rPr sz="1400" dirty="0"/>
              <a:t> Classifier</a:t>
            </a:r>
          </a:p>
          <a:p>
            <a:pPr marL="0" lvl="0" indent="0">
              <a:buNone/>
            </a:pPr>
            <a:r>
              <a:rPr sz="1400" b="1" dirty="0" err="1"/>
              <a:t>Méthodologie</a:t>
            </a:r>
            <a:endParaRPr sz="1400" b="1" dirty="0"/>
          </a:p>
          <a:p>
            <a:pPr lvl="0"/>
            <a:r>
              <a:rPr sz="1400" dirty="0"/>
              <a:t>Cross-validation : 5 </a:t>
            </a:r>
            <a:r>
              <a:rPr sz="1400" dirty="0" err="1"/>
              <a:t>StratifiedKFolds</a:t>
            </a:r>
            <a:endParaRPr sz="1400" dirty="0"/>
          </a:p>
          <a:p>
            <a:pPr lvl="0"/>
            <a:r>
              <a:rPr sz="1400" dirty="0" err="1"/>
              <a:t>GridSearch</a:t>
            </a:r>
            <a:r>
              <a:rPr sz="1400" dirty="0"/>
              <a:t> / </a:t>
            </a:r>
            <a:r>
              <a:rPr sz="1400" dirty="0" err="1"/>
              <a:t>RandomizedSearch</a:t>
            </a:r>
            <a:endParaRPr sz="1400" dirty="0"/>
          </a:p>
          <a:p>
            <a:pPr lvl="0"/>
            <a:r>
              <a:rPr sz="1400" dirty="0" err="1"/>
              <a:t>Métriques</a:t>
            </a:r>
            <a:r>
              <a:rPr sz="1400" dirty="0"/>
              <a:t> : Score métier, AUC, Accuracy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0FAC12D-1F71-6828-C212-56A57A57D9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AUC de la régression logistique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22457FE2-4AE4-79BD-F5A8-CF7ABE8042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9053" y="1489925"/>
            <a:ext cx="4212772" cy="3380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402233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538D04A-4625-DC36-F554-BAE2424130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AUC </a:t>
            </a:r>
            <a:r>
              <a:rPr lang="fr-FR" dirty="0" err="1"/>
              <a:t>Decision</a:t>
            </a:r>
            <a:r>
              <a:rPr lang="fr-FR" dirty="0"/>
              <a:t> </a:t>
            </a:r>
            <a:r>
              <a:rPr lang="fr-FR" dirty="0" err="1"/>
              <a:t>Tree</a:t>
            </a:r>
            <a:endParaRPr lang="fr-FR" dirty="0"/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20FFEE61-FBC3-55AD-30EC-4AD14F6F9F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6677" y="1555241"/>
            <a:ext cx="4237524" cy="3400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05114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9CD4AD8-6597-EF8C-F0B1-48862B001B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AUC </a:t>
            </a:r>
            <a:r>
              <a:rPr lang="fr-FR" dirty="0" err="1"/>
              <a:t>Random</a:t>
            </a:r>
            <a:r>
              <a:rPr lang="fr-FR" dirty="0"/>
              <a:t> Forest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A3BAA361-7198-633B-06D1-AD2E4E7A29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04947" y="1518558"/>
            <a:ext cx="4334105" cy="34779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816144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6A4F2F-9BDF-228C-428D-2870B60740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FB96F7B-F310-32F7-7729-F021235DD2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AUC Gradient </a:t>
            </a:r>
            <a:r>
              <a:rPr lang="fr-FR" dirty="0" err="1"/>
              <a:t>Boosting</a:t>
            </a:r>
            <a:endParaRPr lang="fr-FR" dirty="0"/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1A86055B-07BD-10F5-80A4-CDA354A35B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43904" y="1510392"/>
            <a:ext cx="4456192" cy="3575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420799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CDCFD21-E4B9-E997-3A53-62ABF67D35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AUC KNN Classifier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0F11B850-781E-0972-9C9E-4875557ED1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15121" y="1526721"/>
            <a:ext cx="4313757" cy="34616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731084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2CE8736-E35D-262B-1129-C12DA5E000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/>
              <a:t>AUC Support </a:t>
            </a:r>
            <a:r>
              <a:rPr lang="fr-FR" dirty="0" err="1"/>
              <a:t>Vector</a:t>
            </a:r>
            <a:r>
              <a:rPr lang="fr-FR" dirty="0"/>
              <a:t> Machine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96215FD9-88DB-7D9A-16F6-163B6D71AA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2091" y="1628832"/>
            <a:ext cx="4379817" cy="3514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441156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marL="0" lvl="0" indent="0">
              <a:buNone/>
            </a:pPr>
            <a:r>
              <a:t>Optimisation des hyperparamètres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marL="0" lvl="0" indent="0">
              <a:buNone/>
            </a:pPr>
            <a:r>
              <a:rPr sz="1800" b="1" dirty="0"/>
              <a:t>Pipeline </a:t>
            </a:r>
            <a:r>
              <a:rPr sz="1800" b="1" dirty="0" err="1"/>
              <a:t>testé</a:t>
            </a:r>
            <a:endParaRPr sz="1800" b="1" dirty="0"/>
          </a:p>
          <a:p>
            <a:pPr marL="342900" lvl="0" indent="-342900">
              <a:buAutoNum type="arabicPeriod"/>
            </a:pPr>
            <a:r>
              <a:rPr sz="1800" b="1" dirty="0" err="1"/>
              <a:t>Préparation</a:t>
            </a:r>
            <a:r>
              <a:rPr sz="1800" b="1" dirty="0"/>
              <a:t> données</a:t>
            </a:r>
          </a:p>
          <a:p>
            <a:pPr lvl="1"/>
            <a:r>
              <a:rPr sz="1800" dirty="0"/>
              <a:t>Over/under-sampling</a:t>
            </a:r>
          </a:p>
          <a:p>
            <a:pPr lvl="1"/>
            <a:r>
              <a:rPr sz="1800" dirty="0"/>
              <a:t>Scalers </a:t>
            </a:r>
            <a:r>
              <a:rPr sz="1800" dirty="0" err="1"/>
              <a:t>variés</a:t>
            </a:r>
            <a:endParaRPr sz="1800" dirty="0"/>
          </a:p>
          <a:p>
            <a:pPr marL="342900" lvl="0" indent="-342900">
              <a:buAutoNum type="arabicPeriod"/>
            </a:pPr>
            <a:r>
              <a:rPr sz="1800" b="1" dirty="0" err="1"/>
              <a:t>Optimisation</a:t>
            </a:r>
            <a:r>
              <a:rPr sz="1800" b="1" dirty="0"/>
              <a:t> </a:t>
            </a:r>
            <a:r>
              <a:rPr sz="1800" b="1" dirty="0" err="1"/>
              <a:t>modèle</a:t>
            </a:r>
            <a:endParaRPr sz="1800" b="1" dirty="0"/>
          </a:p>
          <a:p>
            <a:pPr lvl="1"/>
            <a:r>
              <a:rPr sz="1800" dirty="0" err="1"/>
              <a:t>GridSearchCV</a:t>
            </a:r>
            <a:endParaRPr sz="1800" dirty="0"/>
          </a:p>
          <a:p>
            <a:pPr lvl="1"/>
            <a:r>
              <a:rPr sz="1800" dirty="0" err="1"/>
              <a:t>Métrique</a:t>
            </a:r>
            <a:r>
              <a:rPr sz="1800" dirty="0"/>
              <a:t> : Score métier</a:t>
            </a:r>
          </a:p>
          <a:p>
            <a:pPr marL="342900" lvl="0" indent="-342900">
              <a:buAutoNum type="arabicPeriod"/>
            </a:pPr>
            <a:r>
              <a:rPr sz="1800" b="1" dirty="0" err="1"/>
              <a:t>Paramètres</a:t>
            </a:r>
            <a:r>
              <a:rPr sz="1800" b="1" dirty="0"/>
              <a:t> </a:t>
            </a:r>
            <a:r>
              <a:rPr sz="1800" b="1" dirty="0" err="1"/>
              <a:t>LightGBM</a:t>
            </a:r>
            <a:endParaRPr sz="1800" b="1" dirty="0"/>
          </a:p>
          <a:p>
            <a:pPr lvl="1"/>
            <a:r>
              <a:rPr sz="1800" dirty="0" err="1"/>
              <a:t>n_estimators</a:t>
            </a:r>
            <a:endParaRPr sz="1800" dirty="0"/>
          </a:p>
          <a:p>
            <a:pPr lvl="1"/>
            <a:r>
              <a:rPr sz="1800" dirty="0" err="1"/>
              <a:t>max_depth</a:t>
            </a:r>
            <a:endParaRPr sz="1800" dirty="0"/>
          </a:p>
          <a:p>
            <a:pPr lvl="1"/>
            <a:r>
              <a:rPr sz="1800" dirty="0" err="1"/>
              <a:t>learning_rate</a:t>
            </a:r>
            <a:endParaRPr sz="1800" dirty="0"/>
          </a:p>
          <a:p>
            <a:pPr lvl="1"/>
            <a:r>
              <a:rPr sz="1800" dirty="0" err="1"/>
              <a:t>scale_pos_weight</a:t>
            </a:r>
            <a:endParaRPr sz="18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5. Résultats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Comparaison des modèles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Modèle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Score Métier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AUC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Accuracy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Régression Log.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0.675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0.720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0.68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Random Forest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0.679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0.732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0.71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LightGBM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0.693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0.741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0.72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64383391"/>
              </p:ext>
            </p:extLst>
          </p:nvPr>
        </p:nvGraphicFramePr>
        <p:xfrm>
          <a:off x="2313479" y="2571750"/>
          <a:ext cx="5105400" cy="8915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01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01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endParaRPr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dirty="0" err="1"/>
                        <a:t>Prédit</a:t>
                      </a:r>
                      <a:r>
                        <a:rPr dirty="0"/>
                        <a:t> :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Prédit : 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Réel :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22 036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8 580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Réel : 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966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dirty="0"/>
                        <a:t>1 652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Matrice LightGBM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240" y="564921"/>
            <a:ext cx="7210396" cy="810703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lang="fr-FR"/>
              <a:t>Courbe ROC et AUC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690FD3E5-8937-8265-02BE-59E64822722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05651899"/>
              </p:ext>
            </p:extLst>
          </p:nvPr>
        </p:nvGraphicFramePr>
        <p:xfrm>
          <a:off x="510777" y="1752600"/>
          <a:ext cx="8122981" cy="26991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Optimisation du seuil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16443669"/>
              </p:ext>
            </p:extLst>
          </p:nvPr>
        </p:nvGraphicFramePr>
        <p:xfrm>
          <a:off x="2105660" y="2359448"/>
          <a:ext cx="5080000" cy="1485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7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Seuil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Score Métier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FN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FP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0.650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450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15000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0.45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0.693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966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b="1"/>
                        <a:t>8580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0.680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1200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6500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0.620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1800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dirty="0"/>
                        <a:t>4000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Impact du seuil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Seuil optimal : 0.45</a:t>
            </a:r>
          </a:p>
          <a:p>
            <a:pPr lvl="0"/>
            <a:r>
              <a:t>Balance FN/FP optimale</a:t>
            </a:r>
          </a:p>
          <a:p>
            <a:pPr lvl="0"/>
            <a:r>
              <a:t>Maximise le score métier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6. Interprétabilité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B0FA309-807F-4C17-98EF-A3BA7388E2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618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642A87B-CAE9-4F8F-B293-28388E45D9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C8FA1749-B91A-40E7-AD01-0B9C9C6AF7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83395" y="0"/>
            <a:ext cx="5664708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B7A934F-FFF7-4353-83D3-4EF66E93EE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754533"/>
            <a:ext cx="3723894" cy="108501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700676C8-6DE8-47DD-9A23-D42063A12E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379073"/>
            <a:ext cx="3723424" cy="238535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240" y="1547446"/>
            <a:ext cx="2804460" cy="1995789"/>
          </a:xfrm>
        </p:spPr>
        <p:txBody>
          <a:bodyPr>
            <a:normAutofit/>
          </a:bodyPr>
          <a:lstStyle/>
          <a:p>
            <a:pPr marL="0" lvl="0" indent="0" algn="r">
              <a:buNone/>
            </a:pPr>
            <a:r>
              <a:rPr lang="fr-FR" sz="3300">
                <a:solidFill>
                  <a:srgbClr val="FFFFFF"/>
                </a:solidFill>
              </a:rPr>
              <a:t>Importance des variables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65996" y="495829"/>
            <a:ext cx="4693021" cy="4127326"/>
          </a:xfrm>
        </p:spPr>
        <p:txBody>
          <a:bodyPr anchor="ctr">
            <a:normAutofit/>
          </a:bodyPr>
          <a:lstStyle/>
          <a:p>
            <a:pPr marL="0" lvl="0" indent="0">
              <a:buNone/>
            </a:pPr>
            <a:r>
              <a:rPr lang="fr-FR" sz="1500" b="1">
                <a:solidFill>
                  <a:srgbClr val="FFFFFF"/>
                </a:solidFill>
              </a:rPr>
              <a:t>Top 10 features (LightGBM)</a:t>
            </a:r>
          </a:p>
          <a:p>
            <a:pPr marL="342900" lvl="0" indent="-342900">
              <a:buAutoNum type="arabicPeriod"/>
            </a:pPr>
            <a:r>
              <a:rPr lang="fr-FR" sz="1500">
                <a:solidFill>
                  <a:srgbClr val="FFFFFF"/>
                </a:solidFill>
              </a:rPr>
              <a:t>EXT_SOURCE_2 : 15,3%</a:t>
            </a:r>
          </a:p>
          <a:p>
            <a:pPr marL="342900" lvl="0" indent="-342900">
              <a:buAutoNum type="arabicPeriod"/>
            </a:pPr>
            <a:r>
              <a:rPr lang="fr-FR" sz="1500">
                <a:solidFill>
                  <a:srgbClr val="FFFFFF"/>
                </a:solidFill>
              </a:rPr>
              <a:t>EXT_SOURCE_3 : 14,7%</a:t>
            </a:r>
          </a:p>
          <a:p>
            <a:pPr marL="342900" lvl="0" indent="-342900">
              <a:buAutoNum type="arabicPeriod"/>
            </a:pPr>
            <a:r>
              <a:rPr lang="fr-FR" sz="1500">
                <a:solidFill>
                  <a:srgbClr val="FFFFFF"/>
                </a:solidFill>
              </a:rPr>
              <a:t>EXT_SOURCE_1 : 12,1%</a:t>
            </a:r>
          </a:p>
          <a:p>
            <a:pPr marL="342900" lvl="0" indent="-342900">
              <a:buAutoNum type="arabicPeriod"/>
            </a:pPr>
            <a:r>
              <a:rPr lang="fr-FR" sz="1500">
                <a:solidFill>
                  <a:srgbClr val="FFFFFF"/>
                </a:solidFill>
              </a:rPr>
              <a:t>DAYS_BIRTH : 8,9%</a:t>
            </a:r>
          </a:p>
          <a:p>
            <a:pPr marL="342900" lvl="0" indent="-342900">
              <a:buAutoNum type="arabicPeriod"/>
            </a:pPr>
            <a:r>
              <a:rPr lang="fr-FR" sz="1500">
                <a:solidFill>
                  <a:srgbClr val="FFFFFF"/>
                </a:solidFill>
              </a:rPr>
              <a:t>CREDIT_DEBT_RATIO : 7,2% *</a:t>
            </a:r>
          </a:p>
          <a:p>
            <a:pPr marL="342900" lvl="0" indent="-342900">
              <a:buAutoNum type="arabicPeriod"/>
            </a:pPr>
            <a:r>
              <a:rPr lang="fr-FR" sz="1500">
                <a:solidFill>
                  <a:srgbClr val="FFFFFF"/>
                </a:solidFill>
              </a:rPr>
              <a:t>DAYS_EMPLOYED : 6,5%</a:t>
            </a:r>
          </a:p>
          <a:p>
            <a:pPr marL="342900" lvl="0" indent="-342900">
              <a:buAutoNum type="arabicPeriod"/>
            </a:pPr>
            <a:r>
              <a:rPr lang="fr-FR" sz="1500">
                <a:solidFill>
                  <a:srgbClr val="FFFFFF"/>
                </a:solidFill>
              </a:rPr>
              <a:t>AMT_CREDIT : 5,8%</a:t>
            </a:r>
          </a:p>
          <a:p>
            <a:pPr marL="342900" lvl="0" indent="-342900">
              <a:buAutoNum type="arabicPeriod"/>
            </a:pPr>
            <a:r>
              <a:rPr lang="fr-FR" sz="1500">
                <a:solidFill>
                  <a:srgbClr val="FFFFFF"/>
                </a:solidFill>
              </a:rPr>
              <a:t>AMT_INCOME_TOTAL : 4,9%</a:t>
            </a:r>
          </a:p>
          <a:p>
            <a:pPr marL="342900" lvl="0" indent="-342900">
              <a:buAutoNum type="arabicPeriod"/>
            </a:pPr>
            <a:r>
              <a:rPr lang="fr-FR" sz="1500">
                <a:solidFill>
                  <a:srgbClr val="FFFFFF"/>
                </a:solidFill>
              </a:rPr>
              <a:t>PART_SOCIALE : 3,7% *</a:t>
            </a:r>
          </a:p>
          <a:p>
            <a:pPr marL="342900" lvl="0" indent="-342900">
              <a:buAutoNum type="arabicPeriod"/>
            </a:pPr>
            <a:r>
              <a:rPr lang="fr-FR" sz="1500">
                <a:solidFill>
                  <a:srgbClr val="FFFFFF"/>
                </a:solidFill>
              </a:rPr>
              <a:t>OWN_CAR_AGE : 3,2%</a:t>
            </a:r>
          </a:p>
          <a:p>
            <a:pPr marL="0" lvl="0" indent="0">
              <a:buNone/>
            </a:pPr>
            <a:r>
              <a:rPr lang="fr-FR" sz="1500">
                <a:solidFill>
                  <a:srgbClr val="FFFFFF"/>
                </a:solidFill>
              </a:rPr>
              <a:t>* Feature engineered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SHAP - Interprétabilité locale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09580238"/>
              </p:ext>
            </p:extLst>
          </p:nvPr>
        </p:nvGraphicFramePr>
        <p:xfrm>
          <a:off x="3444009" y="2508038"/>
          <a:ext cx="5105400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2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Impact SHAP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EXT_SOURCE_2: 0.85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-0.15 ✓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DAYS_BIRTH: -15000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-0.08 ✓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CREDIT_DEBT: 1.8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dirty="0"/>
                        <a:t>-0.06 ✓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pPr marL="0" lvl="0" indent="0">
              <a:buNone/>
            </a:pPr>
            <a:r>
              <a:rPr b="1"/>
              <a:t>Méthode SHAP</a:t>
            </a:r>
          </a:p>
          <a:p>
            <a:pPr lvl="0"/>
            <a:r>
              <a:t>Explication individuelle des prédictions</a:t>
            </a:r>
          </a:p>
          <a:p>
            <a:pPr lvl="0"/>
            <a:r>
              <a:t>Attribution de l’impact de chaque feature</a:t>
            </a:r>
          </a:p>
          <a:p>
            <a:pPr marL="0" lvl="0" indent="0">
              <a:buNone/>
            </a:pPr>
            <a:r>
              <a:rPr b="1"/>
              <a:t>Exemple client faible risque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5321D838-2C7E-4177-9DD3-DAC78324A2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146E45C-1450-4186-B501-74F221F897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182138"/>
            <a:ext cx="6726063" cy="20695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EDDA48B-BC04-4915-ADA3-A1A9522EB0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3787" y="3182883"/>
            <a:ext cx="2307831" cy="207705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78C9D07A-5A22-4E55-B18A-47CF07E508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942558"/>
            <a:ext cx="6726063" cy="12452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D71E629-0739-4A59-972B-A9E9A4500E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33786" y="1942558"/>
            <a:ext cx="2307832" cy="12452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2F84762E-7FCC-4EAF-B9E7-CE7214491E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618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927A1389-2A5D-4886-AD82-F213767E67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6155"/>
            <a:ext cx="9144000" cy="5143499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A1038667-0C3F-4764-A24D-DA9D9B4748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83395" y="0"/>
            <a:ext cx="5664708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6AC2195B-895A-4535-8ECD-9F5B669C5C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754533"/>
            <a:ext cx="3723894" cy="108037"/>
          </a:xfrm>
          <a:prstGeom prst="rect">
            <a:avLst/>
          </a:prstGeom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571EEFCA-9235-4BC2-85C3-A4EC6EE57A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379073"/>
            <a:ext cx="3723424" cy="2385354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C2B0A897-6821-8CAC-E929-C83B2385E4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0241" y="1547446"/>
            <a:ext cx="2804459" cy="199585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 defTabSz="914400"/>
            <a:r>
              <a:rPr lang="en-US" sz="5400"/>
              <a:t>SHAP</a:t>
            </a: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E63526B7-77FD-DC7B-2C47-979293965D8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33665" y="98358"/>
            <a:ext cx="4183714" cy="4980612"/>
          </a:xfrm>
          <a:prstGeom prst="rect">
            <a:avLst/>
          </a:prstGeom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595303239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3B3F1D9-8EEE-D2C6-808F-B87B5D102D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0BB1103F-C66E-7D5A-A798-643BC584AF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ADE070E-497C-3093-EE48-F34C04526A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182138"/>
            <a:ext cx="6726063" cy="206956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06734D6-CD7F-0293-5D81-DDB77F9909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3787" y="3182883"/>
            <a:ext cx="2307831" cy="207705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379B09F5-9F82-593F-8CC1-0085182714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942558"/>
            <a:ext cx="6726063" cy="12452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48389B5-0DDD-8CA2-E1D9-8B5B58A433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33786" y="1942558"/>
            <a:ext cx="2307832" cy="12452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D408F96F-7D41-3424-F452-08B4467124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618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7FFE2DEC-BB15-6709-6026-A7FD0BF163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6155"/>
            <a:ext cx="9144000" cy="5143499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DFAF31DE-A6C1-5D21-5581-C86AAC171D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83395" y="0"/>
            <a:ext cx="5664708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0CE57ADF-8564-A729-C5EF-CD926ABF4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754533"/>
            <a:ext cx="3723894" cy="108037"/>
          </a:xfrm>
          <a:prstGeom prst="rect">
            <a:avLst/>
          </a:prstGeom>
        </p:spPr>
      </p:pic>
      <p:sp>
        <p:nvSpPr>
          <p:cNvPr id="28" name="Rectangle 27">
            <a:extLst>
              <a:ext uri="{FF2B5EF4-FFF2-40B4-BE49-F238E27FC236}">
                <a16:creationId xmlns:a16="http://schemas.microsoft.com/office/drawing/2014/main" id="{A523DDAF-F82B-A92B-C9CD-388D831477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379073"/>
            <a:ext cx="3723424" cy="2385354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53AE0406-D5FB-DAF4-EDB9-1B6A5D8235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0241" y="1547446"/>
            <a:ext cx="2804459" cy="199585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 defTabSz="914400"/>
            <a:r>
              <a:rPr lang="en-US" sz="5400"/>
              <a:t>SHAP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107100ED-7DD7-00B8-6564-1237EA46D6B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233665" y="-26377"/>
            <a:ext cx="450877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698101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26FBC1A-0274-3CE6-3669-C19BD98854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Picture 32">
            <a:extLst>
              <a:ext uri="{FF2B5EF4-FFF2-40B4-BE49-F238E27FC236}">
                <a16:creationId xmlns:a16="http://schemas.microsoft.com/office/drawing/2014/main" id="{5321D838-2C7E-4177-9DD3-DAC78324A2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0146E45C-1450-4186-B501-74F221F897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182138"/>
            <a:ext cx="6726063" cy="206956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EEDDA48B-BC04-4915-ADA3-A1A9522EB0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3787" y="3182883"/>
            <a:ext cx="2307831" cy="207705"/>
          </a:xfrm>
          <a:prstGeom prst="rect">
            <a:avLst/>
          </a:prstGeom>
        </p:spPr>
      </p:pic>
      <p:sp>
        <p:nvSpPr>
          <p:cNvPr id="39" name="Rectangle 38">
            <a:extLst>
              <a:ext uri="{FF2B5EF4-FFF2-40B4-BE49-F238E27FC236}">
                <a16:creationId xmlns:a16="http://schemas.microsoft.com/office/drawing/2014/main" id="{78C9D07A-5A22-4E55-B18A-47CF07E508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942558"/>
            <a:ext cx="6726063" cy="1245249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41" name="Rectangle 40">
            <a:extLst>
              <a:ext uri="{FF2B5EF4-FFF2-40B4-BE49-F238E27FC236}">
                <a16:creationId xmlns:a16="http://schemas.microsoft.com/office/drawing/2014/main" id="{3D71E629-0739-4A59-972B-A9E9A4500E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33786" y="1942558"/>
            <a:ext cx="2307832" cy="12452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 useBgFill="1">
        <p:nvSpPr>
          <p:cNvPr id="43" name="Rectangle 42">
            <a:extLst>
              <a:ext uri="{FF2B5EF4-FFF2-40B4-BE49-F238E27FC236}">
                <a16:creationId xmlns:a16="http://schemas.microsoft.com/office/drawing/2014/main" id="{8F383800-5CEA-471E-91C6-604E9C8F9D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618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5" name="Picture 44">
            <a:extLst>
              <a:ext uri="{FF2B5EF4-FFF2-40B4-BE49-F238E27FC236}">
                <a16:creationId xmlns:a16="http://schemas.microsoft.com/office/drawing/2014/main" id="{2077B291-934C-486F-A7DD-F7B7568BFA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gradFill>
            <a:gsLst>
              <a:gs pos="0">
                <a:srgbClr val="F78925"/>
              </a:gs>
              <a:gs pos="50000">
                <a:srgbClr val="D54209"/>
              </a:gs>
              <a:gs pos="100000">
                <a:srgbClr val="8D0000"/>
              </a:gs>
            </a:gsLst>
            <a:lin ang="2520000" scaled="0"/>
          </a:gradFill>
        </p:spPr>
      </p:pic>
      <p:sp>
        <p:nvSpPr>
          <p:cNvPr id="47" name="Rectangle 46">
            <a:extLst>
              <a:ext uri="{FF2B5EF4-FFF2-40B4-BE49-F238E27FC236}">
                <a16:creationId xmlns:a16="http://schemas.microsoft.com/office/drawing/2014/main" id="{FE41C29D-0817-42AE-A275-5552F69260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34177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21AFE179-2F71-4019-9BED-8E72C0C07E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White">
          <a:xfrm>
            <a:off x="0" y="3418017"/>
            <a:ext cx="6734003" cy="1245249"/>
          </a:xfrm>
          <a:prstGeom prst="rect">
            <a:avLst/>
          </a:prstGeom>
          <a:solidFill>
            <a:srgbClr val="0D0D0D">
              <a:alpha val="8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454A5B68-4585-5B7E-9799-FD5644DDF0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8181" y="3532862"/>
            <a:ext cx="6100108" cy="705180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r" defTabSz="914400"/>
            <a:r>
              <a:rPr lang="en-US" sz="3600">
                <a:solidFill>
                  <a:srgbClr val="FFFFFF"/>
                </a:solidFill>
              </a:rPr>
              <a:t>SHAP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ADDC0811-9D8F-D71C-B244-90DB58D63BD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03807" y="-240"/>
            <a:ext cx="6734003" cy="3367001"/>
          </a:xfrm>
          <a:prstGeom prst="rect">
            <a:avLst/>
          </a:prstGeom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</p:pic>
      <p:sp>
        <p:nvSpPr>
          <p:cNvPr id="51" name="Rectangle 50">
            <a:extLst>
              <a:ext uri="{FF2B5EF4-FFF2-40B4-BE49-F238E27FC236}">
                <a16:creationId xmlns:a16="http://schemas.microsoft.com/office/drawing/2014/main" id="{333AFE41-7E9F-4E28-8263-5B498AA7C8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41725" y="3418017"/>
            <a:ext cx="2307832" cy="124524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C553E99F-4FAF-422B-B3EA-84AF1AA085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39" y="4657597"/>
            <a:ext cx="6726064" cy="206957"/>
          </a:xfrm>
          <a:prstGeom prst="rect">
            <a:avLst/>
          </a:prstGeom>
          <a:blipFill>
            <a:blip r:embed="rId6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F214FAEF-3E6C-41BB-9945-719809A693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841725" y="4657597"/>
            <a:ext cx="2310214" cy="206957"/>
          </a:xfrm>
          <a:prstGeom prst="rect">
            <a:avLst/>
          </a:prstGeom>
          <a:blipFill>
            <a:blip r:embed="rId7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698939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ontent Placeholder 5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46741644"/>
              </p:ext>
            </p:extLst>
          </p:nvPr>
        </p:nvGraphicFramePr>
        <p:xfrm>
          <a:off x="3119813" y="2437379"/>
          <a:ext cx="5105400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2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52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Impact SHAP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EXT_SOURCE_2: 0.15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+0.22 ⚠️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DAYS_BIRTH: -8000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+0.12 ⚠️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t>CREDIT_DEBT: 8.5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>
                        <a:buNone/>
                      </a:pPr>
                      <a:r>
                        <a:rPr dirty="0"/>
                        <a:t>+0.18 ⚠️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/>
              <a:t>Exemple client risque élevé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4B0FA309-807F-4C17-98EF-A3BA7388E2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618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642A87B-CAE9-4F8F-B293-28388E45D9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C8FA1749-B91A-40E7-AD01-0B9C9C6AF7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83395" y="0"/>
            <a:ext cx="5664708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3B7A934F-FFF7-4353-83D3-4EF66E93EE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754533"/>
            <a:ext cx="3723894" cy="108501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700676C8-6DE8-47DD-9A23-D42063A12E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379073"/>
            <a:ext cx="3723424" cy="238535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240" y="1547446"/>
            <a:ext cx="2804460" cy="1995789"/>
          </a:xfrm>
        </p:spPr>
        <p:txBody>
          <a:bodyPr>
            <a:normAutofit/>
          </a:bodyPr>
          <a:lstStyle/>
          <a:p>
            <a:pPr marL="0" lvl="0" indent="0" algn="r">
              <a:buNone/>
            </a:pPr>
            <a:r>
              <a:rPr lang="fr-FR" sz="3300">
                <a:solidFill>
                  <a:srgbClr val="FFFFFF"/>
                </a:solidFill>
              </a:rPr>
              <a:t>Validation et contrôle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65996" y="495829"/>
            <a:ext cx="4693021" cy="4127326"/>
          </a:xfrm>
        </p:spPr>
        <p:txBody>
          <a:bodyPr anchor="ctr">
            <a:normAutofit/>
          </a:bodyPr>
          <a:lstStyle/>
          <a:p>
            <a:pPr marL="0" lvl="0" indent="0">
              <a:buNone/>
            </a:pPr>
            <a:r>
              <a:rPr lang="fr-FR" sz="1500" b="1">
                <a:solidFill>
                  <a:srgbClr val="FFFFFF"/>
                </a:solidFill>
              </a:rPr>
              <a:t>Tests effectués</a:t>
            </a:r>
          </a:p>
          <a:p>
            <a:pPr marL="342900" lvl="0" indent="-342900">
              <a:buAutoNum type="arabicPeriod"/>
            </a:pPr>
            <a:r>
              <a:rPr lang="fr-FR" sz="1500" b="1">
                <a:solidFill>
                  <a:srgbClr val="FFFFFF"/>
                </a:solidFill>
              </a:rPr>
              <a:t>Absence de data leakage</a:t>
            </a:r>
          </a:p>
          <a:p>
            <a:pPr lvl="1"/>
            <a:r>
              <a:rPr lang="fr-FR">
                <a:solidFill>
                  <a:srgbClr val="FFFFFF"/>
                </a:solidFill>
              </a:rPr>
              <a:t>AUC = 0.741 &lt; 0.82 ✓</a:t>
            </a:r>
          </a:p>
          <a:p>
            <a:pPr marL="342900" lvl="0" indent="-342900">
              <a:buAutoNum type="arabicPeriod"/>
            </a:pPr>
            <a:r>
              <a:rPr lang="fr-FR" sz="1500" b="1">
                <a:solidFill>
                  <a:srgbClr val="FFFFFF"/>
                </a:solidFill>
              </a:rPr>
              <a:t>Stabilité CV</a:t>
            </a:r>
          </a:p>
          <a:p>
            <a:pPr lvl="1"/>
            <a:r>
              <a:rPr lang="fr-FR">
                <a:solidFill>
                  <a:srgbClr val="FFFFFF"/>
                </a:solidFill>
              </a:rPr>
              <a:t>Écart-type : ±0.015</a:t>
            </a:r>
          </a:p>
          <a:p>
            <a:pPr lvl="1"/>
            <a:r>
              <a:rPr lang="fr-FR">
                <a:solidFill>
                  <a:srgbClr val="FFFFFF"/>
                </a:solidFill>
              </a:rPr>
              <a:t>Résultats cohérents ✓</a:t>
            </a:r>
          </a:p>
          <a:p>
            <a:pPr marL="342900" lvl="0" indent="-342900">
              <a:buAutoNum type="arabicPeriod"/>
            </a:pPr>
            <a:r>
              <a:rPr lang="fr-FR" sz="1500" b="1">
                <a:solidFill>
                  <a:srgbClr val="FFFFFF"/>
                </a:solidFill>
              </a:rPr>
              <a:t>Cohérence métier</a:t>
            </a:r>
          </a:p>
          <a:p>
            <a:pPr lvl="1"/>
            <a:r>
              <a:rPr lang="fr-FR">
                <a:solidFill>
                  <a:srgbClr val="FFFFFF"/>
                </a:solidFill>
              </a:rPr>
              <a:t>Features logiques ✓</a:t>
            </a:r>
          </a:p>
          <a:p>
            <a:pPr marL="342900" lvl="0" indent="-342900">
              <a:buAutoNum type="arabicPeriod"/>
            </a:pPr>
            <a:r>
              <a:rPr lang="fr-FR" sz="1500" b="1">
                <a:solidFill>
                  <a:srgbClr val="FFFFFF"/>
                </a:solidFill>
              </a:rPr>
              <a:t>Généralisation</a:t>
            </a:r>
          </a:p>
          <a:p>
            <a:pPr lvl="1"/>
            <a:r>
              <a:rPr lang="fr-FR">
                <a:solidFill>
                  <a:srgbClr val="FFFFFF"/>
                </a:solidFill>
              </a:rPr>
              <a:t>Test : 0.693</a:t>
            </a:r>
          </a:p>
          <a:p>
            <a:pPr lvl="1"/>
            <a:r>
              <a:rPr lang="fr-FR">
                <a:solidFill>
                  <a:srgbClr val="FFFFFF"/>
                </a:solidFill>
              </a:rPr>
              <a:t>Train : 0.698</a:t>
            </a:r>
          </a:p>
          <a:p>
            <a:pPr lvl="1"/>
            <a:r>
              <a:rPr lang="fr-FR">
                <a:solidFill>
                  <a:srgbClr val="FFFFFF"/>
                </a:solidFill>
              </a:rPr>
              <a:t>Diff : 0.005 ✓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7. Conclusion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240" y="564921"/>
            <a:ext cx="7210396" cy="810703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t>Limites identifiées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39EE4F0-13F6-FD9F-59AF-773F9802DBC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96963016"/>
              </p:ext>
            </p:extLst>
          </p:nvPr>
        </p:nvGraphicFramePr>
        <p:xfrm>
          <a:off x="510777" y="1752600"/>
          <a:ext cx="8122981" cy="269914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240" y="564921"/>
            <a:ext cx="7210396" cy="810703"/>
          </a:xfrm>
        </p:spPr>
        <p:txBody>
          <a:bodyPr>
            <a:normAutofit/>
          </a:bodyPr>
          <a:lstStyle/>
          <a:p>
            <a:pPr marL="0" lvl="0" indent="0">
              <a:buNone/>
            </a:pPr>
            <a:r>
              <a:rPr dirty="0"/>
              <a:t>Perspectives </a:t>
            </a:r>
            <a:r>
              <a:rPr dirty="0" err="1"/>
              <a:t>d’amélioration</a:t>
            </a:r>
            <a:endParaRPr dirty="0"/>
          </a:p>
        </p:txBody>
      </p:sp>
      <p:sp>
        <p:nvSpPr>
          <p:cNvPr id="21" name="Content Placeholder 2"/>
          <p:cNvSpPr>
            <a:spLocks noGrp="1"/>
          </p:cNvSpPr>
          <p:nvPr>
            <p:ph idx="1"/>
          </p:nvPr>
        </p:nvSpPr>
        <p:spPr>
          <a:xfrm>
            <a:off x="2833254" y="1752654"/>
            <a:ext cx="4887381" cy="2699487"/>
          </a:xfrm>
        </p:spPr>
        <p:txBody>
          <a:bodyPr>
            <a:normAutofit lnSpcReduction="10000"/>
          </a:bodyPr>
          <a:lstStyle/>
          <a:p>
            <a:pPr marL="0" lvl="0" indent="0">
              <a:buNone/>
            </a:pPr>
            <a:r>
              <a:rPr sz="1000" b="1" err="1"/>
              <a:t>Améliorations</a:t>
            </a:r>
            <a:r>
              <a:rPr sz="1000" b="1"/>
              <a:t> possibles</a:t>
            </a:r>
          </a:p>
          <a:p>
            <a:pPr marL="342900" lvl="0" indent="-342900">
              <a:buAutoNum type="arabicPeriod"/>
            </a:pPr>
            <a:r>
              <a:rPr sz="1000" b="1"/>
              <a:t>Feature engineering </a:t>
            </a:r>
            <a:r>
              <a:rPr sz="1000" b="1" err="1"/>
              <a:t>avancé</a:t>
            </a:r>
            <a:endParaRPr sz="1000" b="1"/>
          </a:p>
          <a:p>
            <a:pPr lvl="1"/>
            <a:r>
              <a:rPr sz="1000"/>
              <a:t>Agrégations </a:t>
            </a:r>
            <a:r>
              <a:rPr sz="1000" err="1"/>
              <a:t>temporelles</a:t>
            </a:r>
            <a:endParaRPr sz="1000"/>
          </a:p>
          <a:p>
            <a:pPr lvl="1"/>
            <a:r>
              <a:rPr sz="1000"/>
              <a:t>Features </a:t>
            </a:r>
            <a:r>
              <a:rPr sz="1000" err="1"/>
              <a:t>d’interaction</a:t>
            </a:r>
            <a:endParaRPr sz="1000"/>
          </a:p>
          <a:p>
            <a:pPr marL="342900" lvl="0" indent="-342900">
              <a:buAutoNum type="arabicPeriod"/>
            </a:pPr>
            <a:r>
              <a:rPr sz="1000" b="1" err="1"/>
              <a:t>Algorithmes</a:t>
            </a:r>
            <a:r>
              <a:rPr sz="1000" b="1"/>
              <a:t> </a:t>
            </a:r>
            <a:r>
              <a:rPr sz="1000" b="1" err="1"/>
              <a:t>complémentaires</a:t>
            </a:r>
            <a:endParaRPr sz="1000" b="1"/>
          </a:p>
          <a:p>
            <a:pPr lvl="1"/>
            <a:r>
              <a:rPr sz="1000"/>
              <a:t>Stacking/Blending</a:t>
            </a:r>
          </a:p>
          <a:p>
            <a:pPr lvl="1"/>
            <a:r>
              <a:rPr sz="1000"/>
              <a:t>Neural Networks</a:t>
            </a:r>
          </a:p>
          <a:p>
            <a:pPr marL="342900" lvl="0" indent="-342900">
              <a:buAutoNum type="arabicPeriod"/>
            </a:pPr>
            <a:r>
              <a:rPr sz="1000" b="1" err="1"/>
              <a:t>Optimisation</a:t>
            </a:r>
            <a:r>
              <a:rPr sz="1000" b="1"/>
              <a:t> </a:t>
            </a:r>
            <a:r>
              <a:rPr sz="1000" b="1" err="1"/>
              <a:t>coût</a:t>
            </a:r>
            <a:r>
              <a:rPr sz="1000" b="1"/>
              <a:t> métier</a:t>
            </a:r>
          </a:p>
          <a:p>
            <a:pPr lvl="1"/>
            <a:r>
              <a:rPr sz="1000" err="1"/>
              <a:t>Affiner</a:t>
            </a:r>
            <a:r>
              <a:rPr sz="1000"/>
              <a:t> ratios avec business</a:t>
            </a:r>
          </a:p>
          <a:p>
            <a:pPr lvl="1"/>
            <a:r>
              <a:rPr sz="1000" err="1"/>
              <a:t>Optimisation</a:t>
            </a:r>
            <a:r>
              <a:rPr sz="1000"/>
              <a:t> multi-</a:t>
            </a:r>
            <a:r>
              <a:rPr sz="1000" err="1"/>
              <a:t>objectif</a:t>
            </a:r>
            <a:endParaRPr lang="fr-FR" sz="1000"/>
          </a:p>
          <a:p>
            <a:pPr marL="0" indent="0">
              <a:buNone/>
            </a:pPr>
            <a:r>
              <a:rPr lang="fr-FR" sz="1000" b="1"/>
              <a:t>4.  Mise en production</a:t>
            </a:r>
          </a:p>
          <a:p>
            <a:pPr lvl="1"/>
            <a:r>
              <a:rPr lang="fr-FR" sz="1000"/>
              <a:t>API de </a:t>
            </a:r>
            <a:r>
              <a:rPr lang="fr-FR" sz="1000" err="1"/>
              <a:t>scoring</a:t>
            </a:r>
            <a:endParaRPr lang="fr-FR" sz="1000"/>
          </a:p>
          <a:p>
            <a:pPr lvl="1"/>
            <a:r>
              <a:rPr lang="fr-FR" sz="1000"/>
              <a:t>Interface utilisateur</a:t>
            </a:r>
          </a:p>
          <a:p>
            <a:pPr lvl="1"/>
            <a:r>
              <a:rPr lang="fr-FR" sz="1000"/>
              <a:t>Monitoring</a:t>
            </a:r>
          </a:p>
          <a:p>
            <a:pPr lvl="1"/>
            <a:endParaRPr lang="fr-FR" sz="1000"/>
          </a:p>
        </p:txBody>
      </p:sp>
      <p:pic>
        <p:nvPicPr>
          <p:cNvPr id="22" name="Graphic 8" descr="Engrenages">
            <a:extLst>
              <a:ext uri="{FF2B5EF4-FFF2-40B4-BE49-F238E27FC236}">
                <a16:creationId xmlns:a16="http://schemas.microsoft.com/office/drawing/2014/main" id="{617D851D-827C-70E0-9BAE-389F75B615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95743" y="2092359"/>
            <a:ext cx="2019681" cy="2019681"/>
          </a:xfrm>
          <a:prstGeom prst="rect">
            <a:avLst/>
          </a:prstGeom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</p:pic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EA66F428-FF54-8E4F-575E-38FAA7C70455}"/>
              </a:ext>
            </a:extLst>
          </p:cNvPr>
          <p:cNvSpPr txBox="1">
            <a:spLocks/>
          </p:cNvSpPr>
          <p:nvPr/>
        </p:nvSpPr>
        <p:spPr>
          <a:xfrm>
            <a:off x="5029200" y="1553680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429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342900" algn="l" defTabSz="342900" rtl="0" eaLnBrk="1" latinLnBrk="0" hangingPunct="1">
              <a:spcBef>
                <a:spcPct val="20000"/>
              </a:spcBef>
              <a:buFont typeface="Arial"/>
              <a:buChar char="–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287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-342900" algn="l" defTabSz="342900" rtl="0" eaLnBrk="1" latinLnBrk="0" hangingPunct="1">
              <a:spcBef>
                <a:spcPct val="20000"/>
              </a:spcBef>
              <a:buFont typeface="Arial"/>
              <a:buChar char="–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14500" indent="-342900" algn="l" defTabSz="342900" rtl="0" eaLnBrk="1" latinLnBrk="0" hangingPunct="1">
              <a:spcBef>
                <a:spcPct val="20000"/>
              </a:spcBef>
              <a:buFont typeface="Arial"/>
              <a:buChar char="»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574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003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432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0861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fr-FR" sz="18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bg2">
                <a:shade val="100000"/>
                <a:hueMod val="100000"/>
                <a:satMod val="110000"/>
                <a:lumMod val="130000"/>
              </a:schemeClr>
            </a:gs>
            <a:gs pos="100000">
              <a:schemeClr val="bg2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4B0FA309-807F-4C17-98EF-A3BA7388E2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618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2642A87B-CAE9-4F8F-B293-28388E45D9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2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26" name="Rectangle 25">
            <a:extLst>
              <a:ext uri="{FF2B5EF4-FFF2-40B4-BE49-F238E27FC236}">
                <a16:creationId xmlns:a16="http://schemas.microsoft.com/office/drawing/2014/main" id="{C8FA1749-B91A-40E7-AD01-0B9C9C6AF7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83395" y="0"/>
            <a:ext cx="5664708" cy="51435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8" name="Picture 27">
            <a:extLst>
              <a:ext uri="{FF2B5EF4-FFF2-40B4-BE49-F238E27FC236}">
                <a16:creationId xmlns:a16="http://schemas.microsoft.com/office/drawing/2014/main" id="{3B7A934F-FFF7-4353-83D3-4EF66E93EE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754533"/>
            <a:ext cx="3723894" cy="108501"/>
          </a:xfrm>
          <a:prstGeom prst="rect">
            <a:avLst/>
          </a:prstGeom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700676C8-6DE8-47DD-9A23-D42063A12E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379073"/>
            <a:ext cx="3723424" cy="2385354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fr-F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0240" y="1547446"/>
            <a:ext cx="2804460" cy="1995789"/>
          </a:xfrm>
        </p:spPr>
        <p:txBody>
          <a:bodyPr>
            <a:normAutofit/>
          </a:bodyPr>
          <a:lstStyle/>
          <a:p>
            <a:pPr marL="0" lvl="0" indent="0" algn="r">
              <a:buNone/>
            </a:pPr>
            <a:r>
              <a:rPr lang="fr-FR" sz="3300">
                <a:solidFill>
                  <a:srgbClr val="FFFFFF"/>
                </a:solidFill>
              </a:rPr>
              <a:t>Synthèse</a:t>
            </a:r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3965996" y="495829"/>
            <a:ext cx="4693021" cy="4127326"/>
          </a:xfrm>
        </p:spPr>
        <p:txBody>
          <a:bodyPr anchor="ctr">
            <a:normAutofit/>
          </a:bodyPr>
          <a:lstStyle/>
          <a:p>
            <a:pPr marL="0" lvl="0" indent="0">
              <a:buNone/>
            </a:pPr>
            <a:r>
              <a:rPr lang="fr-FR" sz="1200" b="1">
                <a:solidFill>
                  <a:srgbClr val="FFFFFF"/>
                </a:solidFill>
              </a:rPr>
              <a:t>Objectifs</a:t>
            </a:r>
            <a:r>
              <a:rPr sz="1200" b="1" dirty="0">
                <a:solidFill>
                  <a:srgbClr val="FFFFFF"/>
                </a:solidFill>
              </a:rPr>
              <a:t> </a:t>
            </a:r>
            <a:r>
              <a:rPr lang="fr-FR" sz="1200" b="1">
                <a:solidFill>
                  <a:srgbClr val="FFFFFF"/>
                </a:solidFill>
              </a:rPr>
              <a:t>atteints</a:t>
            </a:r>
            <a:endParaRPr sz="1200" b="1" dirty="0">
              <a:solidFill>
                <a:srgbClr val="FFFFFF"/>
              </a:solidFill>
            </a:endParaRPr>
          </a:p>
          <a:p>
            <a:pPr lvl="0">
              <a:buFontTx/>
              <a:buChar char="-"/>
            </a:pPr>
            <a:r>
              <a:rPr lang="fr-FR" sz="1200">
                <a:solidFill>
                  <a:srgbClr val="FFFFFF"/>
                </a:solidFill>
              </a:rPr>
              <a:t>Modèle</a:t>
            </a:r>
            <a:r>
              <a:rPr sz="1200" dirty="0">
                <a:solidFill>
                  <a:srgbClr val="FFFFFF"/>
                </a:solidFill>
              </a:rPr>
              <a:t> de scoring </a:t>
            </a:r>
            <a:r>
              <a:rPr lang="fr-FR" sz="1200">
                <a:solidFill>
                  <a:srgbClr val="FFFFFF"/>
                </a:solidFill>
              </a:rPr>
              <a:t>développé</a:t>
            </a:r>
            <a:r>
              <a:rPr sz="1200" dirty="0">
                <a:solidFill>
                  <a:srgbClr val="FFFFFF"/>
                </a:solidFill>
              </a:rPr>
              <a:t> </a:t>
            </a:r>
            <a:endParaRPr lang="fr-FR" sz="1200" dirty="0">
              <a:solidFill>
                <a:srgbClr val="FFFFFF"/>
              </a:solidFill>
            </a:endParaRPr>
          </a:p>
          <a:p>
            <a:pPr lvl="0">
              <a:buFontTx/>
              <a:buChar char="-"/>
            </a:pPr>
            <a:r>
              <a:rPr sz="1200" dirty="0">
                <a:solidFill>
                  <a:srgbClr val="FFFFFF"/>
                </a:solidFill>
              </a:rPr>
              <a:t> Score métier </a:t>
            </a:r>
            <a:r>
              <a:rPr lang="fr-FR" sz="1200">
                <a:solidFill>
                  <a:srgbClr val="FFFFFF"/>
                </a:solidFill>
              </a:rPr>
              <a:t>personnalisé</a:t>
            </a:r>
            <a:r>
              <a:rPr sz="1200" dirty="0">
                <a:solidFill>
                  <a:srgbClr val="FFFFFF"/>
                </a:solidFill>
              </a:rPr>
              <a:t> </a:t>
            </a:r>
            <a:endParaRPr lang="fr-FR" sz="1200" dirty="0">
              <a:solidFill>
                <a:srgbClr val="FFFFFF"/>
              </a:solidFill>
            </a:endParaRPr>
          </a:p>
          <a:p>
            <a:pPr lvl="0">
              <a:buFontTx/>
              <a:buChar char="-"/>
            </a:pPr>
            <a:r>
              <a:rPr sz="1200" dirty="0">
                <a:solidFill>
                  <a:srgbClr val="FFFFFF"/>
                </a:solidFill>
              </a:rPr>
              <a:t> Gestion du </a:t>
            </a:r>
            <a:r>
              <a:rPr lang="fr-FR" sz="1200">
                <a:solidFill>
                  <a:srgbClr val="FFFFFF"/>
                </a:solidFill>
              </a:rPr>
              <a:t>déséquilibre</a:t>
            </a:r>
            <a:r>
              <a:rPr sz="1200" dirty="0">
                <a:solidFill>
                  <a:srgbClr val="FFFFFF"/>
                </a:solidFill>
              </a:rPr>
              <a:t> </a:t>
            </a:r>
            <a:endParaRPr lang="fr-FR" sz="1200" dirty="0">
              <a:solidFill>
                <a:srgbClr val="FFFFFF"/>
              </a:solidFill>
            </a:endParaRPr>
          </a:p>
          <a:p>
            <a:pPr lvl="0">
              <a:buFontTx/>
              <a:buChar char="-"/>
            </a:pPr>
            <a:r>
              <a:rPr sz="1200" dirty="0">
                <a:solidFill>
                  <a:srgbClr val="FFFFFF"/>
                </a:solidFill>
              </a:rPr>
              <a:t> </a:t>
            </a:r>
            <a:r>
              <a:rPr lang="fr-FR" sz="1200">
                <a:solidFill>
                  <a:srgbClr val="FFFFFF"/>
                </a:solidFill>
              </a:rPr>
              <a:t>Interprétabilité</a:t>
            </a:r>
            <a:r>
              <a:rPr sz="1200" dirty="0">
                <a:solidFill>
                  <a:srgbClr val="FFFFFF"/>
                </a:solidFill>
              </a:rPr>
              <a:t> </a:t>
            </a:r>
            <a:r>
              <a:rPr lang="fr-FR" sz="1200">
                <a:solidFill>
                  <a:srgbClr val="FFFFFF"/>
                </a:solidFill>
              </a:rPr>
              <a:t>assurée</a:t>
            </a:r>
            <a:r>
              <a:rPr sz="1200" dirty="0">
                <a:solidFill>
                  <a:srgbClr val="FFFFFF"/>
                </a:solidFill>
              </a:rPr>
              <a:t> </a:t>
            </a:r>
            <a:endParaRPr lang="fr-FR" sz="1200" dirty="0">
              <a:solidFill>
                <a:srgbClr val="FFFFFF"/>
              </a:solidFill>
            </a:endParaRPr>
          </a:p>
          <a:p>
            <a:pPr lvl="0">
              <a:buFontTx/>
              <a:buChar char="-"/>
            </a:pPr>
            <a:r>
              <a:rPr sz="1200" dirty="0">
                <a:solidFill>
                  <a:srgbClr val="FFFFFF"/>
                </a:solidFill>
              </a:rPr>
              <a:t> Performance : AUC = 0.741</a:t>
            </a:r>
          </a:p>
          <a:p>
            <a:pPr marL="0" lvl="0" indent="0">
              <a:buNone/>
            </a:pPr>
            <a:r>
              <a:rPr lang="fr-FR" sz="1200" b="1">
                <a:solidFill>
                  <a:srgbClr val="FFFFFF"/>
                </a:solidFill>
              </a:rPr>
              <a:t>Modèle</a:t>
            </a:r>
            <a:r>
              <a:rPr sz="1200" b="1" dirty="0">
                <a:solidFill>
                  <a:srgbClr val="FFFFFF"/>
                </a:solidFill>
              </a:rPr>
              <a:t> </a:t>
            </a:r>
            <a:r>
              <a:rPr lang="fr-FR" sz="1200" b="1">
                <a:solidFill>
                  <a:srgbClr val="FFFFFF"/>
                </a:solidFill>
              </a:rPr>
              <a:t>retenu</a:t>
            </a:r>
            <a:r>
              <a:rPr sz="1200" b="1" dirty="0">
                <a:solidFill>
                  <a:srgbClr val="FFFFFF"/>
                </a:solidFill>
              </a:rPr>
              <a:t> : </a:t>
            </a:r>
            <a:r>
              <a:rPr lang="fr-FR" sz="1200" b="1">
                <a:solidFill>
                  <a:srgbClr val="FFFFFF"/>
                </a:solidFill>
              </a:rPr>
              <a:t>LightGBM</a:t>
            </a:r>
            <a:endParaRPr sz="1200" b="1" dirty="0">
              <a:solidFill>
                <a:srgbClr val="FFFFFF"/>
              </a:solidFill>
            </a:endParaRPr>
          </a:p>
          <a:p>
            <a:pPr lvl="0"/>
            <a:r>
              <a:rPr lang="fr-FR" sz="1200">
                <a:solidFill>
                  <a:srgbClr val="FFFFFF"/>
                </a:solidFill>
              </a:rPr>
              <a:t>Seuil</a:t>
            </a:r>
            <a:r>
              <a:rPr sz="1200" dirty="0">
                <a:solidFill>
                  <a:srgbClr val="FFFFFF"/>
                </a:solidFill>
              </a:rPr>
              <a:t> optimal : 0.45</a:t>
            </a:r>
          </a:p>
          <a:p>
            <a:pPr lvl="0"/>
            <a:r>
              <a:rPr sz="1200" dirty="0">
                <a:solidFill>
                  <a:srgbClr val="FFFFFF"/>
                </a:solidFill>
              </a:rPr>
              <a:t>27 features finales</a:t>
            </a:r>
          </a:p>
          <a:p>
            <a:pPr lvl="0"/>
            <a:r>
              <a:rPr sz="1200" dirty="0">
                <a:solidFill>
                  <a:srgbClr val="FFFFFF"/>
                </a:solidFill>
              </a:rPr>
              <a:t>Score métier : 0.693</a:t>
            </a:r>
            <a:endParaRPr lang="fr-FR" sz="1200" dirty="0">
              <a:solidFill>
                <a:srgbClr val="FFFFFF"/>
              </a:solidFill>
            </a:endParaRPr>
          </a:p>
          <a:p>
            <a:pPr marL="0" indent="0">
              <a:buFont typeface="Arial"/>
              <a:buNone/>
            </a:pPr>
            <a:r>
              <a:rPr lang="fr-FR" sz="1200" b="1" dirty="0">
                <a:solidFill>
                  <a:srgbClr val="FFFFFF"/>
                </a:solidFill>
              </a:rPr>
              <a:t>Prochaines étapes :</a:t>
            </a:r>
            <a:endParaRPr lang="fr-FR" sz="1200" dirty="0">
              <a:solidFill>
                <a:srgbClr val="FFFFFF"/>
              </a:solidFill>
            </a:endParaRPr>
          </a:p>
          <a:p>
            <a:pPr>
              <a:buFontTx/>
              <a:buChar char="-"/>
            </a:pPr>
            <a:r>
              <a:rPr lang="fr-FR" sz="1200" dirty="0">
                <a:solidFill>
                  <a:srgbClr val="FFFFFF"/>
                </a:solidFill>
              </a:rPr>
              <a:t>Validation métier</a:t>
            </a:r>
          </a:p>
          <a:p>
            <a:pPr>
              <a:buFontTx/>
              <a:buChar char="-"/>
            </a:pPr>
            <a:r>
              <a:rPr lang="fr-FR" sz="1200" dirty="0">
                <a:solidFill>
                  <a:srgbClr val="FFFFFF"/>
                </a:solidFill>
              </a:rPr>
              <a:t>Tests pilotes</a:t>
            </a:r>
          </a:p>
          <a:p>
            <a:pPr>
              <a:buFontTx/>
              <a:buChar char="-"/>
            </a:pPr>
            <a:r>
              <a:rPr lang="fr-FR" sz="1200" dirty="0">
                <a:solidFill>
                  <a:srgbClr val="FFFFFF"/>
                </a:solidFill>
              </a:rPr>
              <a:t>Déploiement progressif</a:t>
            </a:r>
          </a:p>
          <a:p>
            <a:pPr>
              <a:buFontTx/>
              <a:buChar char="-"/>
            </a:pPr>
            <a:r>
              <a:rPr lang="fr-FR" sz="1200" dirty="0">
                <a:solidFill>
                  <a:srgbClr val="FFFFFF"/>
                </a:solidFill>
              </a:rPr>
              <a:t>Formation utilisateurs</a:t>
            </a:r>
          </a:p>
          <a:p>
            <a:pPr lvl="0"/>
            <a:endParaRPr lang="fr-FR" sz="1200" dirty="0">
              <a:solidFill>
                <a:srgbClr val="FFFFFF"/>
              </a:solidFill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076FD1C-81E6-0AF9-5951-72B83957BFB8}"/>
              </a:ext>
            </a:extLst>
          </p:cNvPr>
          <p:cNvSpPr txBox="1">
            <a:spLocks/>
          </p:cNvSpPr>
          <p:nvPr/>
        </p:nvSpPr>
        <p:spPr>
          <a:xfrm>
            <a:off x="5029200" y="1120323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342900" algn="l" defTabSz="342900" rtl="0" eaLnBrk="1" latinLnBrk="0" hangingPunct="1">
              <a:spcBef>
                <a:spcPct val="20000"/>
              </a:spcBef>
              <a:buFont typeface="Arial"/>
              <a:buChar char="–"/>
              <a:defRPr sz="21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0287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-342900" algn="l" defTabSz="342900" rtl="0" eaLnBrk="1" latinLnBrk="0" hangingPunct="1">
              <a:spcBef>
                <a:spcPct val="20000"/>
              </a:spcBef>
              <a:buFont typeface="Arial"/>
              <a:buChar char="–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714500" indent="-342900" algn="l" defTabSz="342900" rtl="0" eaLnBrk="1" latinLnBrk="0" hangingPunct="1">
              <a:spcBef>
                <a:spcPct val="20000"/>
              </a:spcBef>
              <a:buFont typeface="Arial"/>
              <a:buChar char="»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0574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4003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7432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086100" indent="-342900" algn="l" defTabSz="342900" rtl="0" eaLnBrk="1" latinLnBrk="0" hangingPunct="1">
              <a:spcBef>
                <a:spcPct val="20000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/>
              <a:buNone/>
            </a:pPr>
            <a:endParaRPr lang="fr-FR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>
              <a:buNone/>
            </a:pPr>
            <a:r>
              <a:t>Merci !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lvl="0" indent="0">
              <a:buNone/>
            </a:pPr>
            <a:r>
              <a:rPr b="1" dirty="0"/>
              <a:t>Questions ?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erlin">
  <a:themeElements>
    <a:clrScheme name="Berlin">
      <a:dk1>
        <a:sysClr val="windowText" lastClr="000000"/>
      </a:dk1>
      <a:lt1>
        <a:sysClr val="window" lastClr="FFFFFF"/>
      </a:lt1>
      <a:dk2>
        <a:srgbClr val="9D360E"/>
      </a:dk2>
      <a:lt2>
        <a:srgbClr val="E7E6E6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FFAE3E"/>
      </a:hlink>
      <a:folHlink>
        <a:srgbClr val="FCC77E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0CBE056-4EF4-4D92-969E-947779DA7AA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Berlin</Template>
  <TotalTime>907</TotalTime>
  <Words>1351</Words>
  <Application>Microsoft Macintosh PowerPoint</Application>
  <PresentationFormat>Affichage à l'écran (16:9)</PresentationFormat>
  <Paragraphs>341</Paragraphs>
  <Slides>50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50</vt:i4>
      </vt:variant>
    </vt:vector>
  </HeadingPairs>
  <TitlesOfParts>
    <vt:vector size="55" baseType="lpstr">
      <vt:lpstr>Aptos</vt:lpstr>
      <vt:lpstr>Arial</vt:lpstr>
      <vt:lpstr>Courier</vt:lpstr>
      <vt:lpstr>Trebuchet MS</vt:lpstr>
      <vt:lpstr>Berlin</vt:lpstr>
      <vt:lpstr>Implémentez un modèle de scoring</vt:lpstr>
      <vt:lpstr>Introduction</vt:lpstr>
      <vt:lpstr>Modèle de scoring crédit</vt:lpstr>
      <vt:lpstr>Plan de la présentation</vt:lpstr>
      <vt:lpstr>Sommaire</vt:lpstr>
      <vt:lpstr>1. Contexte</vt:lpstr>
      <vt:lpstr>Contexte et problématique</vt:lpstr>
      <vt:lpstr>Enjeux métier spécifiques</vt:lpstr>
      <vt:lpstr>Présentation PowerPoint</vt:lpstr>
      <vt:lpstr>2. Données</vt:lpstr>
      <vt:lpstr>Source des données</vt:lpstr>
      <vt:lpstr>Distribution de la cible</vt:lpstr>
      <vt:lpstr>Variables les plus corrélées</vt:lpstr>
      <vt:lpstr>Analyse par âge</vt:lpstr>
      <vt:lpstr>Anomalies détectées</vt:lpstr>
      <vt:lpstr>3. Préparation</vt:lpstr>
      <vt:lpstr>Gestion des valeurs manquantes</vt:lpstr>
      <vt:lpstr>Feature Engineering</vt:lpstr>
      <vt:lpstr>Preprocessing</vt:lpstr>
      <vt:lpstr>Gestion du déséquilibre</vt:lpstr>
      <vt:lpstr>4. Modélisation</vt:lpstr>
      <vt:lpstr>Score métier personnalisé</vt:lpstr>
      <vt:lpstr>Présentation PowerPoint</vt:lpstr>
      <vt:lpstr>Modèles testés</vt:lpstr>
      <vt:lpstr>AUC de la régression logistique</vt:lpstr>
      <vt:lpstr>AUC Decision Tree</vt:lpstr>
      <vt:lpstr>AUC Random Forest</vt:lpstr>
      <vt:lpstr>AUC Gradient Boosting</vt:lpstr>
      <vt:lpstr>AUC KNN Classifier</vt:lpstr>
      <vt:lpstr>AUC Support Vector Machine</vt:lpstr>
      <vt:lpstr>Optimisation des hyperparamètres</vt:lpstr>
      <vt:lpstr>5. Résultats</vt:lpstr>
      <vt:lpstr>Comparaison des modèles</vt:lpstr>
      <vt:lpstr>Présentation PowerPoint</vt:lpstr>
      <vt:lpstr>Courbe ROC et AUC</vt:lpstr>
      <vt:lpstr>Optimisation du seuil</vt:lpstr>
      <vt:lpstr>Présentation PowerPoint</vt:lpstr>
      <vt:lpstr>6. Interprétabilité</vt:lpstr>
      <vt:lpstr>Importance des variables</vt:lpstr>
      <vt:lpstr>SHAP - Interprétabilité locale</vt:lpstr>
      <vt:lpstr>SHAP</vt:lpstr>
      <vt:lpstr>SHAP</vt:lpstr>
      <vt:lpstr>SHAP</vt:lpstr>
      <vt:lpstr>Présentation PowerPoint</vt:lpstr>
      <vt:lpstr>Validation et contrôle</vt:lpstr>
      <vt:lpstr>7. Conclusion</vt:lpstr>
      <vt:lpstr>Limites identifiées</vt:lpstr>
      <vt:lpstr>Perspectives d’amélioration</vt:lpstr>
      <vt:lpstr>Synthèse</vt:lpstr>
      <vt:lpstr>Merci !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Implémentez un modèle de scoring</dc:title>
  <dc:creator>Votre Nom</dc:creator>
  <cp:keywords/>
  <cp:lastModifiedBy>JB V</cp:lastModifiedBy>
  <cp:revision>9</cp:revision>
  <dcterms:created xsi:type="dcterms:W3CDTF">2025-10-30T18:34:56Z</dcterms:created>
  <dcterms:modified xsi:type="dcterms:W3CDTF">2025-10-31T12:11:30Z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date">
    <vt:lpwstr>2025</vt:lpwstr>
  </property>
  <property fmtid="{D5CDD505-2E9C-101B-9397-08002B2CF9AE}" pid="3" name="subtitle">
    <vt:lpwstr>Projet 7 - Data Scientist</vt:lpwstr>
  </property>
  <property fmtid="{D5CDD505-2E9C-101B-9397-08002B2CF9AE}" pid="4" name="theme">
    <vt:lpwstr>default</vt:lpwstr>
  </property>
</Properties>
</file>